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810" r:id="rId1"/>
  </p:sldMasterIdLst>
  <p:notesMasterIdLst>
    <p:notesMasterId r:id="rId7"/>
  </p:notesMasterIdLst>
  <p:sldIdLst>
    <p:sldId id="256" r:id="rId2"/>
    <p:sldId id="257" r:id="rId3"/>
    <p:sldId id="258" r:id="rId4"/>
    <p:sldId id="261" r:id="rId5"/>
    <p:sldId id="262" r:id="rId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BB0D356-311A-46FA-8F98-52E5396BF54D}" v="7" dt="2021-10-02T04:47:09.627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62" d="100"/>
          <a:sy n="62" d="100"/>
        </p:scale>
        <p:origin x="804" y="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13" Type="http://schemas.microsoft.com/office/2015/10/relationships/revisionInfo" Target="revisionInfo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12" Type="http://schemas.microsoft.com/office/2016/11/relationships/changesInfo" Target="changesInfos/changesInfo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idnei Gomes de Almeida Junior" userId="eec3f0bb295ba151" providerId="LiveId" clId="{9E9555B7-9CC0-4A90-8E53-6CA91695EA33}"/>
    <pc:docChg chg="undo custSel addSld modSld">
      <pc:chgData name="Sidnei Gomes de Almeida Junior" userId="eec3f0bb295ba151" providerId="LiveId" clId="{9E9555B7-9CC0-4A90-8E53-6CA91695EA33}" dt="2021-09-25T03:49:39.374" v="674" actId="403"/>
      <pc:docMkLst>
        <pc:docMk/>
      </pc:docMkLst>
      <pc:sldChg chg="addSp delSp modSp new mod">
        <pc:chgData name="Sidnei Gomes de Almeida Junior" userId="eec3f0bb295ba151" providerId="LiveId" clId="{9E9555B7-9CC0-4A90-8E53-6CA91695EA33}" dt="2021-09-25T02:11:32.206" v="101" actId="1076"/>
        <pc:sldMkLst>
          <pc:docMk/>
          <pc:sldMk cId="1606914466" sldId="256"/>
        </pc:sldMkLst>
        <pc:spChg chg="mod">
          <ac:chgData name="Sidnei Gomes de Almeida Junior" userId="eec3f0bb295ba151" providerId="LiveId" clId="{9E9555B7-9CC0-4A90-8E53-6CA91695EA33}" dt="2021-09-25T02:11:32.206" v="101" actId="1076"/>
          <ac:spMkLst>
            <pc:docMk/>
            <pc:sldMk cId="1606914466" sldId="256"/>
            <ac:spMk id="2" creationId="{DD087500-C467-46F3-A718-3F75F48CE238}"/>
          </ac:spMkLst>
        </pc:spChg>
        <pc:spChg chg="mod">
          <ac:chgData name="Sidnei Gomes de Almeida Junior" userId="eec3f0bb295ba151" providerId="LiveId" clId="{9E9555B7-9CC0-4A90-8E53-6CA91695EA33}" dt="2021-09-25T02:11:28.929" v="100" actId="1076"/>
          <ac:spMkLst>
            <pc:docMk/>
            <pc:sldMk cId="1606914466" sldId="256"/>
            <ac:spMk id="3" creationId="{6C5739AD-22B6-4640-8B9E-F662F8F9F251}"/>
          </ac:spMkLst>
        </pc:spChg>
        <pc:picChg chg="add mod">
          <ac:chgData name="Sidnei Gomes de Almeida Junior" userId="eec3f0bb295ba151" providerId="LiveId" clId="{9E9555B7-9CC0-4A90-8E53-6CA91695EA33}" dt="2021-09-25T02:11:22.948" v="98" actId="1076"/>
          <ac:picMkLst>
            <pc:docMk/>
            <pc:sldMk cId="1606914466" sldId="256"/>
            <ac:picMk id="1026" creationId="{8617ED22-ADE9-4B73-8AD4-8EA47689C1E5}"/>
          </ac:picMkLst>
        </pc:picChg>
        <pc:picChg chg="add del mod">
          <ac:chgData name="Sidnei Gomes de Almeida Junior" userId="eec3f0bb295ba151" providerId="LiveId" clId="{9E9555B7-9CC0-4A90-8E53-6CA91695EA33}" dt="2021-09-25T02:11:07.093" v="92" actId="478"/>
          <ac:picMkLst>
            <pc:docMk/>
            <pc:sldMk cId="1606914466" sldId="256"/>
            <ac:picMk id="1028" creationId="{3891E77B-B657-4792-B60B-F258622DB301}"/>
          </ac:picMkLst>
        </pc:picChg>
      </pc:sldChg>
      <pc:sldChg chg="modSp new mod">
        <pc:chgData name="Sidnei Gomes de Almeida Junior" userId="eec3f0bb295ba151" providerId="LiveId" clId="{9E9555B7-9CC0-4A90-8E53-6CA91695EA33}" dt="2021-09-25T02:39:48.675" v="261" actId="20577"/>
        <pc:sldMkLst>
          <pc:docMk/>
          <pc:sldMk cId="120408486" sldId="257"/>
        </pc:sldMkLst>
        <pc:spChg chg="mod">
          <ac:chgData name="Sidnei Gomes de Almeida Junior" userId="eec3f0bb295ba151" providerId="LiveId" clId="{9E9555B7-9CC0-4A90-8E53-6CA91695EA33}" dt="2021-09-25T02:38:17.542" v="158" actId="1076"/>
          <ac:spMkLst>
            <pc:docMk/>
            <pc:sldMk cId="120408486" sldId="257"/>
            <ac:spMk id="2" creationId="{57C478B4-C220-47DE-A43F-A4B2C92FCD81}"/>
          </ac:spMkLst>
        </pc:spChg>
        <pc:spChg chg="mod">
          <ac:chgData name="Sidnei Gomes de Almeida Junior" userId="eec3f0bb295ba151" providerId="LiveId" clId="{9E9555B7-9CC0-4A90-8E53-6CA91695EA33}" dt="2021-09-25T02:39:48.675" v="261" actId="20577"/>
          <ac:spMkLst>
            <pc:docMk/>
            <pc:sldMk cId="120408486" sldId="257"/>
            <ac:spMk id="3" creationId="{73C9CA91-0113-4759-8576-A69C4ABFD919}"/>
          </ac:spMkLst>
        </pc:spChg>
      </pc:sldChg>
      <pc:sldChg chg="modSp new mod">
        <pc:chgData name="Sidnei Gomes de Almeida Junior" userId="eec3f0bb295ba151" providerId="LiveId" clId="{9E9555B7-9CC0-4A90-8E53-6CA91695EA33}" dt="2021-09-25T02:42:15.372" v="453" actId="313"/>
        <pc:sldMkLst>
          <pc:docMk/>
          <pc:sldMk cId="3162187884" sldId="258"/>
        </pc:sldMkLst>
        <pc:spChg chg="mod">
          <ac:chgData name="Sidnei Gomes de Almeida Junior" userId="eec3f0bb295ba151" providerId="LiveId" clId="{9E9555B7-9CC0-4A90-8E53-6CA91695EA33}" dt="2021-09-25T02:40:21.399" v="304" actId="20577"/>
          <ac:spMkLst>
            <pc:docMk/>
            <pc:sldMk cId="3162187884" sldId="258"/>
            <ac:spMk id="2" creationId="{89DE492D-65F4-4857-BDC5-F7F2ACA5C25C}"/>
          </ac:spMkLst>
        </pc:spChg>
        <pc:spChg chg="mod">
          <ac:chgData name="Sidnei Gomes de Almeida Junior" userId="eec3f0bb295ba151" providerId="LiveId" clId="{9E9555B7-9CC0-4A90-8E53-6CA91695EA33}" dt="2021-09-25T02:42:15.372" v="453" actId="313"/>
          <ac:spMkLst>
            <pc:docMk/>
            <pc:sldMk cId="3162187884" sldId="258"/>
            <ac:spMk id="3" creationId="{121C53CF-1375-46E4-9360-0F2827E09A94}"/>
          </ac:spMkLst>
        </pc:spChg>
      </pc:sldChg>
      <pc:sldChg chg="delSp modSp new mod">
        <pc:chgData name="Sidnei Gomes de Almeida Junior" userId="eec3f0bb295ba151" providerId="LiveId" clId="{9E9555B7-9CC0-4A90-8E53-6CA91695EA33}" dt="2021-09-25T03:04:41.941" v="483" actId="1076"/>
        <pc:sldMkLst>
          <pc:docMk/>
          <pc:sldMk cId="963222028" sldId="259"/>
        </pc:sldMkLst>
        <pc:spChg chg="mod">
          <ac:chgData name="Sidnei Gomes de Almeida Junior" userId="eec3f0bb295ba151" providerId="LiveId" clId="{9E9555B7-9CC0-4A90-8E53-6CA91695EA33}" dt="2021-09-25T03:04:41.941" v="483" actId="1076"/>
          <ac:spMkLst>
            <pc:docMk/>
            <pc:sldMk cId="963222028" sldId="259"/>
            <ac:spMk id="2" creationId="{0E5D7573-8F8E-4787-86DE-61A22DE484EA}"/>
          </ac:spMkLst>
        </pc:spChg>
        <pc:spChg chg="del">
          <ac:chgData name="Sidnei Gomes de Almeida Junior" userId="eec3f0bb295ba151" providerId="LiveId" clId="{9E9555B7-9CC0-4A90-8E53-6CA91695EA33}" dt="2021-09-25T03:04:14.317" v="455" actId="478"/>
          <ac:spMkLst>
            <pc:docMk/>
            <pc:sldMk cId="963222028" sldId="259"/>
            <ac:spMk id="3" creationId="{89BA4BEA-4E31-44E4-83B0-B2037BD686AB}"/>
          </ac:spMkLst>
        </pc:spChg>
      </pc:sldChg>
      <pc:sldChg chg="addSp delSp modSp new mod setBg">
        <pc:chgData name="Sidnei Gomes de Almeida Junior" userId="eec3f0bb295ba151" providerId="LiveId" clId="{9E9555B7-9CC0-4A90-8E53-6CA91695EA33}" dt="2021-09-25T03:12:20.949" v="533" actId="26606"/>
        <pc:sldMkLst>
          <pc:docMk/>
          <pc:sldMk cId="2281517637" sldId="260"/>
        </pc:sldMkLst>
        <pc:spChg chg="mod">
          <ac:chgData name="Sidnei Gomes de Almeida Junior" userId="eec3f0bb295ba151" providerId="LiveId" clId="{9E9555B7-9CC0-4A90-8E53-6CA91695EA33}" dt="2021-09-25T03:12:20.949" v="533" actId="26606"/>
          <ac:spMkLst>
            <pc:docMk/>
            <pc:sldMk cId="2281517637" sldId="260"/>
            <ac:spMk id="2" creationId="{6512DC59-3976-47DA-83E6-B0B5458BA6AC}"/>
          </ac:spMkLst>
        </pc:spChg>
        <pc:spChg chg="del">
          <ac:chgData name="Sidnei Gomes de Almeida Junior" userId="eec3f0bb295ba151" providerId="LiveId" clId="{9E9555B7-9CC0-4A90-8E53-6CA91695EA33}" dt="2021-09-25T03:10:56.536" v="515" actId="478"/>
          <ac:spMkLst>
            <pc:docMk/>
            <pc:sldMk cId="2281517637" sldId="260"/>
            <ac:spMk id="3" creationId="{927D3AC3-B895-4965-81B2-97682F0C2023}"/>
          </ac:spMkLst>
        </pc:spChg>
        <pc:grpChg chg="add del">
          <ac:chgData name="Sidnei Gomes de Almeida Junior" userId="eec3f0bb295ba151" providerId="LiveId" clId="{9E9555B7-9CC0-4A90-8E53-6CA91695EA33}" dt="2021-09-25T03:12:20.949" v="533" actId="26606"/>
          <ac:grpSpMkLst>
            <pc:docMk/>
            <pc:sldMk cId="2281517637" sldId="260"/>
            <ac:grpSpMk id="73" creationId="{AB62393A-6733-498D-A2AC-7FB7B8FDB314}"/>
          </ac:grpSpMkLst>
        </pc:grpChg>
        <pc:picChg chg="add mod">
          <ac:chgData name="Sidnei Gomes de Almeida Junior" userId="eec3f0bb295ba151" providerId="LiveId" clId="{9E9555B7-9CC0-4A90-8E53-6CA91695EA33}" dt="2021-09-25T03:12:20.949" v="533" actId="26606"/>
          <ac:picMkLst>
            <pc:docMk/>
            <pc:sldMk cId="2281517637" sldId="260"/>
            <ac:picMk id="2050" creationId="{3AD879F2-9C78-4E0A-9C35-AFAA14CF3141}"/>
          </ac:picMkLst>
        </pc:picChg>
        <pc:picChg chg="add mod">
          <ac:chgData name="Sidnei Gomes de Almeida Junior" userId="eec3f0bb295ba151" providerId="LiveId" clId="{9E9555B7-9CC0-4A90-8E53-6CA91695EA33}" dt="2021-09-25T03:12:20.949" v="533" actId="26606"/>
          <ac:picMkLst>
            <pc:docMk/>
            <pc:sldMk cId="2281517637" sldId="260"/>
            <ac:picMk id="2052" creationId="{CD46DCFC-9565-432E-A5BF-A4301431FA8F}"/>
          </ac:picMkLst>
        </pc:picChg>
      </pc:sldChg>
      <pc:sldChg chg="addSp delSp modSp new mod">
        <pc:chgData name="Sidnei Gomes de Almeida Junior" userId="eec3f0bb295ba151" providerId="LiveId" clId="{9E9555B7-9CC0-4A90-8E53-6CA91695EA33}" dt="2021-09-25T03:37:39.208" v="572" actId="20577"/>
        <pc:sldMkLst>
          <pc:docMk/>
          <pc:sldMk cId="1463747821" sldId="261"/>
        </pc:sldMkLst>
        <pc:spChg chg="del">
          <ac:chgData name="Sidnei Gomes de Almeida Junior" userId="eec3f0bb295ba151" providerId="LiveId" clId="{9E9555B7-9CC0-4A90-8E53-6CA91695EA33}" dt="2021-09-25T03:20:50.858" v="535" actId="478"/>
          <ac:spMkLst>
            <pc:docMk/>
            <pc:sldMk cId="1463747821" sldId="261"/>
            <ac:spMk id="2" creationId="{1D54F5D3-BF67-4A97-A76B-80290052879C}"/>
          </ac:spMkLst>
        </pc:spChg>
        <pc:spChg chg="del">
          <ac:chgData name="Sidnei Gomes de Almeida Junior" userId="eec3f0bb295ba151" providerId="LiveId" clId="{9E9555B7-9CC0-4A90-8E53-6CA91695EA33}" dt="2021-09-25T03:20:52.112" v="536" actId="478"/>
          <ac:spMkLst>
            <pc:docMk/>
            <pc:sldMk cId="1463747821" sldId="261"/>
            <ac:spMk id="3" creationId="{4A2BC794-4476-43D6-AAB8-7A349D88C3BF}"/>
          </ac:spMkLst>
        </pc:spChg>
        <pc:spChg chg="add mod">
          <ac:chgData name="Sidnei Gomes de Almeida Junior" userId="eec3f0bb295ba151" providerId="LiveId" clId="{9E9555B7-9CC0-4A90-8E53-6CA91695EA33}" dt="2021-09-25T03:37:39.208" v="572" actId="20577"/>
          <ac:spMkLst>
            <pc:docMk/>
            <pc:sldMk cId="1463747821" sldId="261"/>
            <ac:spMk id="5" creationId="{D72E322B-5263-4AD1-9B1D-3D30A73A4446}"/>
          </ac:spMkLst>
        </pc:spChg>
        <pc:picChg chg="add mod">
          <ac:chgData name="Sidnei Gomes de Almeida Junior" userId="eec3f0bb295ba151" providerId="LiveId" clId="{9E9555B7-9CC0-4A90-8E53-6CA91695EA33}" dt="2021-09-25T03:37:25.314" v="543" actId="1076"/>
          <ac:picMkLst>
            <pc:docMk/>
            <pc:sldMk cId="1463747821" sldId="261"/>
            <ac:picMk id="3074" creationId="{950CF409-FF4D-4661-B6B9-1254E6725B13}"/>
          </ac:picMkLst>
        </pc:picChg>
      </pc:sldChg>
      <pc:sldChg chg="new">
        <pc:chgData name="Sidnei Gomes de Almeida Junior" userId="eec3f0bb295ba151" providerId="LiveId" clId="{9E9555B7-9CC0-4A90-8E53-6CA91695EA33}" dt="2021-09-25T03:37:47.480" v="573" actId="680"/>
        <pc:sldMkLst>
          <pc:docMk/>
          <pc:sldMk cId="3524403803" sldId="262"/>
        </pc:sldMkLst>
      </pc:sldChg>
      <pc:sldChg chg="modSp new mod">
        <pc:chgData name="Sidnei Gomes de Almeida Junior" userId="eec3f0bb295ba151" providerId="LiveId" clId="{9E9555B7-9CC0-4A90-8E53-6CA91695EA33}" dt="2021-09-25T03:49:39.374" v="674" actId="403"/>
        <pc:sldMkLst>
          <pc:docMk/>
          <pc:sldMk cId="131219086" sldId="263"/>
        </pc:sldMkLst>
        <pc:spChg chg="mod">
          <ac:chgData name="Sidnei Gomes de Almeida Junior" userId="eec3f0bb295ba151" providerId="LiveId" clId="{9E9555B7-9CC0-4A90-8E53-6CA91695EA33}" dt="2021-09-25T03:49:35.801" v="671" actId="403"/>
          <ac:spMkLst>
            <pc:docMk/>
            <pc:sldMk cId="131219086" sldId="263"/>
            <ac:spMk id="2" creationId="{AD56C2B1-D450-46A5-8D50-9EFB1520DB1B}"/>
          </ac:spMkLst>
        </pc:spChg>
        <pc:spChg chg="mod">
          <ac:chgData name="Sidnei Gomes de Almeida Junior" userId="eec3f0bb295ba151" providerId="LiveId" clId="{9E9555B7-9CC0-4A90-8E53-6CA91695EA33}" dt="2021-09-25T03:49:39.374" v="674" actId="403"/>
          <ac:spMkLst>
            <pc:docMk/>
            <pc:sldMk cId="131219086" sldId="263"/>
            <ac:spMk id="3" creationId="{3BD7557D-504B-44ED-807E-E7E91FF661C5}"/>
          </ac:spMkLst>
        </pc:spChg>
      </pc:sldChg>
    </pc:docChg>
  </pc:docChgLst>
  <pc:docChgLst>
    <pc:chgData name="Sidnei Gomes de Almeida Junior" userId="eec3f0bb295ba151" providerId="LiveId" clId="{27C9F570-AAE2-4F9C-BA1D-F08F5EDE1321}"/>
    <pc:docChg chg="delSld modSld">
      <pc:chgData name="Sidnei Gomes de Almeida Junior" userId="eec3f0bb295ba151" providerId="LiveId" clId="{27C9F570-AAE2-4F9C-BA1D-F08F5EDE1321}" dt="2021-10-01T19:02:32.542" v="37" actId="47"/>
      <pc:docMkLst>
        <pc:docMk/>
      </pc:docMkLst>
      <pc:sldChg chg="modSp mod">
        <pc:chgData name="Sidnei Gomes de Almeida Junior" userId="eec3f0bb295ba151" providerId="LiveId" clId="{27C9F570-AAE2-4F9C-BA1D-F08F5EDE1321}" dt="2021-10-01T19:02:21.217" v="0" actId="20577"/>
        <pc:sldMkLst>
          <pc:docMk/>
          <pc:sldMk cId="1606914466" sldId="256"/>
        </pc:sldMkLst>
        <pc:spChg chg="mod">
          <ac:chgData name="Sidnei Gomes de Almeida Junior" userId="eec3f0bb295ba151" providerId="LiveId" clId="{27C9F570-AAE2-4F9C-BA1D-F08F5EDE1321}" dt="2021-10-01T19:02:21.217" v="0" actId="20577"/>
          <ac:spMkLst>
            <pc:docMk/>
            <pc:sldMk cId="1606914466" sldId="256"/>
            <ac:spMk id="3" creationId="{6C5739AD-22B6-4640-8B9E-F662F8F9F251}"/>
          </ac:spMkLst>
        </pc:spChg>
      </pc:sldChg>
      <pc:sldChg chg="del">
        <pc:chgData name="Sidnei Gomes de Almeida Junior" userId="eec3f0bb295ba151" providerId="LiveId" clId="{27C9F570-AAE2-4F9C-BA1D-F08F5EDE1321}" dt="2021-10-01T19:02:23.167" v="1" actId="47"/>
        <pc:sldMkLst>
          <pc:docMk/>
          <pc:sldMk cId="120408486" sldId="257"/>
        </pc:sldMkLst>
      </pc:sldChg>
      <pc:sldChg chg="del">
        <pc:chgData name="Sidnei Gomes de Almeida Junior" userId="eec3f0bb295ba151" providerId="LiveId" clId="{27C9F570-AAE2-4F9C-BA1D-F08F5EDE1321}" dt="2021-10-01T19:02:23.654" v="2" actId="47"/>
        <pc:sldMkLst>
          <pc:docMk/>
          <pc:sldMk cId="3162187884" sldId="258"/>
        </pc:sldMkLst>
      </pc:sldChg>
      <pc:sldChg chg="del">
        <pc:chgData name="Sidnei Gomes de Almeida Junior" userId="eec3f0bb295ba151" providerId="LiveId" clId="{27C9F570-AAE2-4F9C-BA1D-F08F5EDE1321}" dt="2021-10-01T19:02:23.707" v="4" actId="47"/>
        <pc:sldMkLst>
          <pc:docMk/>
          <pc:sldMk cId="963222028" sldId="259"/>
        </pc:sldMkLst>
      </pc:sldChg>
      <pc:sldChg chg="del">
        <pc:chgData name="Sidnei Gomes de Almeida Junior" userId="eec3f0bb295ba151" providerId="LiveId" clId="{27C9F570-AAE2-4F9C-BA1D-F08F5EDE1321}" dt="2021-10-01T19:02:23.747" v="5" actId="47"/>
        <pc:sldMkLst>
          <pc:docMk/>
          <pc:sldMk cId="2281517637" sldId="260"/>
        </pc:sldMkLst>
      </pc:sldChg>
      <pc:sldChg chg="del">
        <pc:chgData name="Sidnei Gomes de Almeida Junior" userId="eec3f0bb295ba151" providerId="LiveId" clId="{27C9F570-AAE2-4F9C-BA1D-F08F5EDE1321}" dt="2021-10-01T19:02:23.767" v="6" actId="47"/>
        <pc:sldMkLst>
          <pc:docMk/>
          <pc:sldMk cId="1463747821" sldId="261"/>
        </pc:sldMkLst>
      </pc:sldChg>
      <pc:sldChg chg="del">
        <pc:chgData name="Sidnei Gomes de Almeida Junior" userId="eec3f0bb295ba151" providerId="LiveId" clId="{27C9F570-AAE2-4F9C-BA1D-F08F5EDE1321}" dt="2021-10-01T19:02:23.796" v="7" actId="47"/>
        <pc:sldMkLst>
          <pc:docMk/>
          <pc:sldMk cId="3524403803" sldId="262"/>
        </pc:sldMkLst>
      </pc:sldChg>
      <pc:sldChg chg="del">
        <pc:chgData name="Sidnei Gomes de Almeida Junior" userId="eec3f0bb295ba151" providerId="LiveId" clId="{27C9F570-AAE2-4F9C-BA1D-F08F5EDE1321}" dt="2021-10-01T19:02:23.677" v="3" actId="47"/>
        <pc:sldMkLst>
          <pc:docMk/>
          <pc:sldMk cId="131219086" sldId="263"/>
        </pc:sldMkLst>
      </pc:sldChg>
      <pc:sldChg chg="del">
        <pc:chgData name="Sidnei Gomes de Almeida Junior" userId="eec3f0bb295ba151" providerId="LiveId" clId="{27C9F570-AAE2-4F9C-BA1D-F08F5EDE1321}" dt="2021-10-01T19:02:23.831" v="8" actId="47"/>
        <pc:sldMkLst>
          <pc:docMk/>
          <pc:sldMk cId="884573789" sldId="264"/>
        </pc:sldMkLst>
      </pc:sldChg>
      <pc:sldChg chg="del">
        <pc:chgData name="Sidnei Gomes de Almeida Junior" userId="eec3f0bb295ba151" providerId="LiveId" clId="{27C9F570-AAE2-4F9C-BA1D-F08F5EDE1321}" dt="2021-10-01T19:02:23.857" v="9" actId="47"/>
        <pc:sldMkLst>
          <pc:docMk/>
          <pc:sldMk cId="3074574962" sldId="266"/>
        </pc:sldMkLst>
      </pc:sldChg>
      <pc:sldChg chg="del">
        <pc:chgData name="Sidnei Gomes de Almeida Junior" userId="eec3f0bb295ba151" providerId="LiveId" clId="{27C9F570-AAE2-4F9C-BA1D-F08F5EDE1321}" dt="2021-10-01T19:02:23.914" v="11" actId="47"/>
        <pc:sldMkLst>
          <pc:docMk/>
          <pc:sldMk cId="3173771910" sldId="267"/>
        </pc:sldMkLst>
      </pc:sldChg>
      <pc:sldChg chg="del">
        <pc:chgData name="Sidnei Gomes de Almeida Junior" userId="eec3f0bb295ba151" providerId="LiveId" clId="{27C9F570-AAE2-4F9C-BA1D-F08F5EDE1321}" dt="2021-10-01T19:02:23.946" v="12" actId="47"/>
        <pc:sldMkLst>
          <pc:docMk/>
          <pc:sldMk cId="660417573" sldId="268"/>
        </pc:sldMkLst>
      </pc:sldChg>
      <pc:sldChg chg="del">
        <pc:chgData name="Sidnei Gomes de Almeida Junior" userId="eec3f0bb295ba151" providerId="LiveId" clId="{27C9F570-AAE2-4F9C-BA1D-F08F5EDE1321}" dt="2021-10-01T19:02:23.982" v="13" actId="47"/>
        <pc:sldMkLst>
          <pc:docMk/>
          <pc:sldMk cId="896932737" sldId="269"/>
        </pc:sldMkLst>
      </pc:sldChg>
      <pc:sldChg chg="del">
        <pc:chgData name="Sidnei Gomes de Almeida Junior" userId="eec3f0bb295ba151" providerId="LiveId" clId="{27C9F570-AAE2-4F9C-BA1D-F08F5EDE1321}" dt="2021-10-01T19:02:24.012" v="14" actId="47"/>
        <pc:sldMkLst>
          <pc:docMk/>
          <pc:sldMk cId="487890968" sldId="270"/>
        </pc:sldMkLst>
      </pc:sldChg>
      <pc:sldChg chg="del">
        <pc:chgData name="Sidnei Gomes de Almeida Junior" userId="eec3f0bb295ba151" providerId="LiveId" clId="{27C9F570-AAE2-4F9C-BA1D-F08F5EDE1321}" dt="2021-10-01T19:02:24.036" v="15" actId="47"/>
        <pc:sldMkLst>
          <pc:docMk/>
          <pc:sldMk cId="1446225103" sldId="271"/>
        </pc:sldMkLst>
      </pc:sldChg>
      <pc:sldChg chg="del">
        <pc:chgData name="Sidnei Gomes de Almeida Junior" userId="eec3f0bb295ba151" providerId="LiveId" clId="{27C9F570-AAE2-4F9C-BA1D-F08F5EDE1321}" dt="2021-10-01T19:02:24.067" v="16" actId="47"/>
        <pc:sldMkLst>
          <pc:docMk/>
          <pc:sldMk cId="2522623449" sldId="272"/>
        </pc:sldMkLst>
      </pc:sldChg>
      <pc:sldChg chg="del">
        <pc:chgData name="Sidnei Gomes de Almeida Junior" userId="eec3f0bb295ba151" providerId="LiveId" clId="{27C9F570-AAE2-4F9C-BA1D-F08F5EDE1321}" dt="2021-10-01T19:02:24.107" v="17" actId="47"/>
        <pc:sldMkLst>
          <pc:docMk/>
          <pc:sldMk cId="599471238" sldId="273"/>
        </pc:sldMkLst>
      </pc:sldChg>
      <pc:sldChg chg="del">
        <pc:chgData name="Sidnei Gomes de Almeida Junior" userId="eec3f0bb295ba151" providerId="LiveId" clId="{27C9F570-AAE2-4F9C-BA1D-F08F5EDE1321}" dt="2021-10-01T19:02:24.874" v="18" actId="47"/>
        <pc:sldMkLst>
          <pc:docMk/>
          <pc:sldMk cId="334022869" sldId="274"/>
        </pc:sldMkLst>
      </pc:sldChg>
      <pc:sldChg chg="del">
        <pc:chgData name="Sidnei Gomes de Almeida Junior" userId="eec3f0bb295ba151" providerId="LiveId" clId="{27C9F570-AAE2-4F9C-BA1D-F08F5EDE1321}" dt="2021-10-01T19:02:25.397" v="19" actId="47"/>
        <pc:sldMkLst>
          <pc:docMk/>
          <pc:sldMk cId="3907314708" sldId="275"/>
        </pc:sldMkLst>
      </pc:sldChg>
      <pc:sldChg chg="del">
        <pc:chgData name="Sidnei Gomes de Almeida Junior" userId="eec3f0bb295ba151" providerId="LiveId" clId="{27C9F570-AAE2-4F9C-BA1D-F08F5EDE1321}" dt="2021-10-01T19:02:25.516" v="20" actId="47"/>
        <pc:sldMkLst>
          <pc:docMk/>
          <pc:sldMk cId="3431339868" sldId="276"/>
        </pc:sldMkLst>
      </pc:sldChg>
      <pc:sldChg chg="del">
        <pc:chgData name="Sidnei Gomes de Almeida Junior" userId="eec3f0bb295ba151" providerId="LiveId" clId="{27C9F570-AAE2-4F9C-BA1D-F08F5EDE1321}" dt="2021-10-01T19:02:25.861" v="22" actId="47"/>
        <pc:sldMkLst>
          <pc:docMk/>
          <pc:sldMk cId="2132793597" sldId="277"/>
        </pc:sldMkLst>
      </pc:sldChg>
      <pc:sldChg chg="del">
        <pc:chgData name="Sidnei Gomes de Almeida Junior" userId="eec3f0bb295ba151" providerId="LiveId" clId="{27C9F570-AAE2-4F9C-BA1D-F08F5EDE1321}" dt="2021-10-01T19:02:25.677" v="21" actId="47"/>
        <pc:sldMkLst>
          <pc:docMk/>
          <pc:sldMk cId="543754106" sldId="278"/>
        </pc:sldMkLst>
      </pc:sldChg>
      <pc:sldChg chg="del">
        <pc:chgData name="Sidnei Gomes de Almeida Junior" userId="eec3f0bb295ba151" providerId="LiveId" clId="{27C9F570-AAE2-4F9C-BA1D-F08F5EDE1321}" dt="2021-10-01T19:02:26.232" v="24" actId="47"/>
        <pc:sldMkLst>
          <pc:docMk/>
          <pc:sldMk cId="3938519888" sldId="279"/>
        </pc:sldMkLst>
      </pc:sldChg>
      <pc:sldChg chg="del">
        <pc:chgData name="Sidnei Gomes de Almeida Junior" userId="eec3f0bb295ba151" providerId="LiveId" clId="{27C9F570-AAE2-4F9C-BA1D-F08F5EDE1321}" dt="2021-10-01T19:02:26.085" v="23" actId="47"/>
        <pc:sldMkLst>
          <pc:docMk/>
          <pc:sldMk cId="2936120685" sldId="280"/>
        </pc:sldMkLst>
      </pc:sldChg>
      <pc:sldChg chg="del">
        <pc:chgData name="Sidnei Gomes de Almeida Junior" userId="eec3f0bb295ba151" providerId="LiveId" clId="{27C9F570-AAE2-4F9C-BA1D-F08F5EDE1321}" dt="2021-10-01T19:02:26.426" v="25" actId="47"/>
        <pc:sldMkLst>
          <pc:docMk/>
          <pc:sldMk cId="616406703" sldId="281"/>
        </pc:sldMkLst>
      </pc:sldChg>
      <pc:sldChg chg="del">
        <pc:chgData name="Sidnei Gomes de Almeida Junior" userId="eec3f0bb295ba151" providerId="LiveId" clId="{27C9F570-AAE2-4F9C-BA1D-F08F5EDE1321}" dt="2021-10-01T19:02:26.572" v="26" actId="47"/>
        <pc:sldMkLst>
          <pc:docMk/>
          <pc:sldMk cId="2209098832" sldId="282"/>
        </pc:sldMkLst>
      </pc:sldChg>
      <pc:sldChg chg="del">
        <pc:chgData name="Sidnei Gomes de Almeida Junior" userId="eec3f0bb295ba151" providerId="LiveId" clId="{27C9F570-AAE2-4F9C-BA1D-F08F5EDE1321}" dt="2021-10-01T19:02:26.976" v="28" actId="47"/>
        <pc:sldMkLst>
          <pc:docMk/>
          <pc:sldMk cId="2766550371" sldId="283"/>
        </pc:sldMkLst>
      </pc:sldChg>
      <pc:sldChg chg="del">
        <pc:chgData name="Sidnei Gomes de Almeida Junior" userId="eec3f0bb295ba151" providerId="LiveId" clId="{27C9F570-AAE2-4F9C-BA1D-F08F5EDE1321}" dt="2021-10-01T19:02:27.429" v="29" actId="47"/>
        <pc:sldMkLst>
          <pc:docMk/>
          <pc:sldMk cId="2555889862" sldId="284"/>
        </pc:sldMkLst>
      </pc:sldChg>
      <pc:sldChg chg="del">
        <pc:chgData name="Sidnei Gomes de Almeida Junior" userId="eec3f0bb295ba151" providerId="LiveId" clId="{27C9F570-AAE2-4F9C-BA1D-F08F5EDE1321}" dt="2021-10-01T19:02:27.592" v="30" actId="47"/>
        <pc:sldMkLst>
          <pc:docMk/>
          <pc:sldMk cId="1286584331" sldId="285"/>
        </pc:sldMkLst>
      </pc:sldChg>
      <pc:sldChg chg="del">
        <pc:chgData name="Sidnei Gomes de Almeida Junior" userId="eec3f0bb295ba151" providerId="LiveId" clId="{27C9F570-AAE2-4F9C-BA1D-F08F5EDE1321}" dt="2021-10-01T19:02:27.894" v="32" actId="47"/>
        <pc:sldMkLst>
          <pc:docMk/>
          <pc:sldMk cId="3566713653" sldId="286"/>
        </pc:sldMkLst>
      </pc:sldChg>
      <pc:sldChg chg="del">
        <pc:chgData name="Sidnei Gomes de Almeida Junior" userId="eec3f0bb295ba151" providerId="LiveId" clId="{27C9F570-AAE2-4F9C-BA1D-F08F5EDE1321}" dt="2021-10-01T19:02:23.890" v="10" actId="47"/>
        <pc:sldMkLst>
          <pc:docMk/>
          <pc:sldMk cId="2435666248" sldId="287"/>
        </pc:sldMkLst>
      </pc:sldChg>
      <pc:sldChg chg="del">
        <pc:chgData name="Sidnei Gomes de Almeida Junior" userId="eec3f0bb295ba151" providerId="LiveId" clId="{27C9F570-AAE2-4F9C-BA1D-F08F5EDE1321}" dt="2021-10-01T19:02:26.717" v="27" actId="47"/>
        <pc:sldMkLst>
          <pc:docMk/>
          <pc:sldMk cId="2771980360" sldId="288"/>
        </pc:sldMkLst>
      </pc:sldChg>
      <pc:sldChg chg="del">
        <pc:chgData name="Sidnei Gomes de Almeida Junior" userId="eec3f0bb295ba151" providerId="LiveId" clId="{27C9F570-AAE2-4F9C-BA1D-F08F5EDE1321}" dt="2021-10-01T19:02:27.767" v="31" actId="47"/>
        <pc:sldMkLst>
          <pc:docMk/>
          <pc:sldMk cId="3614415046" sldId="289"/>
        </pc:sldMkLst>
      </pc:sldChg>
      <pc:sldChg chg="del">
        <pc:chgData name="Sidnei Gomes de Almeida Junior" userId="eec3f0bb295ba151" providerId="LiveId" clId="{27C9F570-AAE2-4F9C-BA1D-F08F5EDE1321}" dt="2021-10-01T19:02:28.177" v="33" actId="47"/>
        <pc:sldMkLst>
          <pc:docMk/>
          <pc:sldMk cId="4270358363" sldId="290"/>
        </pc:sldMkLst>
      </pc:sldChg>
      <pc:sldChg chg="del">
        <pc:chgData name="Sidnei Gomes de Almeida Junior" userId="eec3f0bb295ba151" providerId="LiveId" clId="{27C9F570-AAE2-4F9C-BA1D-F08F5EDE1321}" dt="2021-10-01T19:02:28.413" v="34" actId="47"/>
        <pc:sldMkLst>
          <pc:docMk/>
          <pc:sldMk cId="2328925687" sldId="291"/>
        </pc:sldMkLst>
      </pc:sldChg>
      <pc:sldChg chg="del">
        <pc:chgData name="Sidnei Gomes de Almeida Junior" userId="eec3f0bb295ba151" providerId="LiveId" clId="{27C9F570-AAE2-4F9C-BA1D-F08F5EDE1321}" dt="2021-10-01T19:02:28.608" v="35" actId="47"/>
        <pc:sldMkLst>
          <pc:docMk/>
          <pc:sldMk cId="1455260750" sldId="292"/>
        </pc:sldMkLst>
      </pc:sldChg>
      <pc:sldChg chg="del">
        <pc:chgData name="Sidnei Gomes de Almeida Junior" userId="eec3f0bb295ba151" providerId="LiveId" clId="{27C9F570-AAE2-4F9C-BA1D-F08F5EDE1321}" dt="2021-10-01T19:02:29.100" v="36" actId="47"/>
        <pc:sldMkLst>
          <pc:docMk/>
          <pc:sldMk cId="618315838" sldId="293"/>
        </pc:sldMkLst>
      </pc:sldChg>
      <pc:sldChg chg="del">
        <pc:chgData name="Sidnei Gomes de Almeida Junior" userId="eec3f0bb295ba151" providerId="LiveId" clId="{27C9F570-AAE2-4F9C-BA1D-F08F5EDE1321}" dt="2021-10-01T19:02:32.542" v="37" actId="47"/>
        <pc:sldMkLst>
          <pc:docMk/>
          <pc:sldMk cId="233320693" sldId="295"/>
        </pc:sldMkLst>
      </pc:sldChg>
    </pc:docChg>
  </pc:docChgLst>
  <pc:docChgLst>
    <pc:chgData name="Sidnei Gomes de Almeida Junior" userId="eec3f0bb295ba151" providerId="LiveId" clId="{0BB0D356-311A-46FA-8F98-52E5396BF54D}"/>
    <pc:docChg chg="undo custSel addSld delSld modSld sldOrd">
      <pc:chgData name="Sidnei Gomes de Almeida Junior" userId="eec3f0bb295ba151" providerId="LiveId" clId="{0BB0D356-311A-46FA-8F98-52E5396BF54D}" dt="2021-11-13T20:14:01.422" v="887" actId="20577"/>
      <pc:docMkLst>
        <pc:docMk/>
      </pc:docMkLst>
      <pc:sldChg chg="modSp mod">
        <pc:chgData name="Sidnei Gomes de Almeida Junior" userId="eec3f0bb295ba151" providerId="LiveId" clId="{0BB0D356-311A-46FA-8F98-52E5396BF54D}" dt="2021-10-02T03:46:25.860" v="21" actId="20577"/>
        <pc:sldMkLst>
          <pc:docMk/>
          <pc:sldMk cId="1606914466" sldId="256"/>
        </pc:sldMkLst>
        <pc:spChg chg="mod">
          <ac:chgData name="Sidnei Gomes de Almeida Junior" userId="eec3f0bb295ba151" providerId="LiveId" clId="{0BB0D356-311A-46FA-8F98-52E5396BF54D}" dt="2021-10-02T03:46:25.860" v="21" actId="20577"/>
          <ac:spMkLst>
            <pc:docMk/>
            <pc:sldMk cId="1606914466" sldId="256"/>
            <ac:spMk id="3" creationId="{6C5739AD-22B6-4640-8B9E-F662F8F9F251}"/>
          </ac:spMkLst>
        </pc:spChg>
      </pc:sldChg>
      <pc:sldChg chg="modSp mod ord">
        <pc:chgData name="Sidnei Gomes de Almeida Junior" userId="eec3f0bb295ba151" providerId="LiveId" clId="{0BB0D356-311A-46FA-8F98-52E5396BF54D}" dt="2021-10-02T16:08:01.081" v="883"/>
        <pc:sldMkLst>
          <pc:docMk/>
          <pc:sldMk cId="1349917249" sldId="257"/>
        </pc:sldMkLst>
        <pc:spChg chg="mod">
          <ac:chgData name="Sidnei Gomes de Almeida Junior" userId="eec3f0bb295ba151" providerId="LiveId" clId="{0BB0D356-311A-46FA-8F98-52E5396BF54D}" dt="2021-10-02T03:46:50.832" v="52" actId="20577"/>
          <ac:spMkLst>
            <pc:docMk/>
            <pc:sldMk cId="1349917249" sldId="257"/>
            <ac:spMk id="2" creationId="{D2083A82-87F0-4883-B2AE-DC8D8C636DAB}"/>
          </ac:spMkLst>
        </pc:spChg>
        <pc:spChg chg="mod">
          <ac:chgData name="Sidnei Gomes de Almeida Junior" userId="eec3f0bb295ba151" providerId="LiveId" clId="{0BB0D356-311A-46FA-8F98-52E5396BF54D}" dt="2021-10-02T03:49:31.452" v="212" actId="20577"/>
          <ac:spMkLst>
            <pc:docMk/>
            <pc:sldMk cId="1349917249" sldId="257"/>
            <ac:spMk id="3" creationId="{EB75C6A1-7C22-4783-BA9A-E87E54AB81C5}"/>
          </ac:spMkLst>
        </pc:spChg>
      </pc:sldChg>
      <pc:sldChg chg="modSp mod">
        <pc:chgData name="Sidnei Gomes de Almeida Junior" userId="eec3f0bb295ba151" providerId="LiveId" clId="{0BB0D356-311A-46FA-8F98-52E5396BF54D}" dt="2021-10-02T06:32:59.452" v="879" actId="20577"/>
        <pc:sldMkLst>
          <pc:docMk/>
          <pc:sldMk cId="1023211420" sldId="258"/>
        </pc:sldMkLst>
        <pc:spChg chg="mod">
          <ac:chgData name="Sidnei Gomes de Almeida Junior" userId="eec3f0bb295ba151" providerId="LiveId" clId="{0BB0D356-311A-46FA-8F98-52E5396BF54D}" dt="2021-10-02T03:48:55.313" v="206" actId="20577"/>
          <ac:spMkLst>
            <pc:docMk/>
            <pc:sldMk cId="1023211420" sldId="258"/>
            <ac:spMk id="2" creationId="{F1AA6BF2-384E-4A22-8FFC-64AA4CBDC7B5}"/>
          </ac:spMkLst>
        </pc:spChg>
        <pc:spChg chg="mod">
          <ac:chgData name="Sidnei Gomes de Almeida Junior" userId="eec3f0bb295ba151" providerId="LiveId" clId="{0BB0D356-311A-46FA-8F98-52E5396BF54D}" dt="2021-10-02T06:32:59.452" v="879" actId="20577"/>
          <ac:spMkLst>
            <pc:docMk/>
            <pc:sldMk cId="1023211420" sldId="258"/>
            <ac:spMk id="3" creationId="{A3EE2467-753B-4A8A-B61C-5DAEBDF451C2}"/>
          </ac:spMkLst>
        </pc:spChg>
      </pc:sldChg>
      <pc:sldChg chg="new del">
        <pc:chgData name="Sidnei Gomes de Almeida Junior" userId="eec3f0bb295ba151" providerId="LiveId" clId="{0BB0D356-311A-46FA-8F98-52E5396BF54D}" dt="2021-10-02T04:49:37.235" v="874" actId="47"/>
        <pc:sldMkLst>
          <pc:docMk/>
          <pc:sldMk cId="2995810844" sldId="259"/>
        </pc:sldMkLst>
      </pc:sldChg>
      <pc:sldChg chg="new del">
        <pc:chgData name="Sidnei Gomes de Almeida Junior" userId="eec3f0bb295ba151" providerId="LiveId" clId="{0BB0D356-311A-46FA-8F98-52E5396BF54D}" dt="2021-10-02T04:49:38.350" v="875" actId="47"/>
        <pc:sldMkLst>
          <pc:docMk/>
          <pc:sldMk cId="902758584" sldId="260"/>
        </pc:sldMkLst>
      </pc:sldChg>
      <pc:sldChg chg="modSp add mod">
        <pc:chgData name="Sidnei Gomes de Almeida Junior" userId="eec3f0bb295ba151" providerId="LiveId" clId="{0BB0D356-311A-46FA-8F98-52E5396BF54D}" dt="2021-11-13T20:14:01.422" v="887" actId="20577"/>
        <pc:sldMkLst>
          <pc:docMk/>
          <pc:sldMk cId="1842130398" sldId="261"/>
        </pc:sldMkLst>
        <pc:spChg chg="mod">
          <ac:chgData name="Sidnei Gomes de Almeida Junior" userId="eec3f0bb295ba151" providerId="LiveId" clId="{0BB0D356-311A-46FA-8F98-52E5396BF54D}" dt="2021-10-02T04:27:58.713" v="436" actId="20577"/>
          <ac:spMkLst>
            <pc:docMk/>
            <pc:sldMk cId="1842130398" sldId="261"/>
            <ac:spMk id="2" creationId="{F1AA6BF2-384E-4A22-8FFC-64AA4CBDC7B5}"/>
          </ac:spMkLst>
        </pc:spChg>
        <pc:spChg chg="mod">
          <ac:chgData name="Sidnei Gomes de Almeida Junior" userId="eec3f0bb295ba151" providerId="LiveId" clId="{0BB0D356-311A-46FA-8F98-52E5396BF54D}" dt="2021-11-13T20:14:01.422" v="887" actId="20577"/>
          <ac:spMkLst>
            <pc:docMk/>
            <pc:sldMk cId="1842130398" sldId="261"/>
            <ac:spMk id="3" creationId="{A3EE2467-753B-4A8A-B61C-5DAEBDF451C2}"/>
          </ac:spMkLst>
        </pc:spChg>
      </pc:sldChg>
      <pc:sldChg chg="modSp add mod">
        <pc:chgData name="Sidnei Gomes de Almeida Junior" userId="eec3f0bb295ba151" providerId="LiveId" clId="{0BB0D356-311A-46FA-8F98-52E5396BF54D}" dt="2021-10-02T05:17:45.569" v="878" actId="20577"/>
        <pc:sldMkLst>
          <pc:docMk/>
          <pc:sldMk cId="523863527" sldId="262"/>
        </pc:sldMkLst>
        <pc:spChg chg="mod">
          <ac:chgData name="Sidnei Gomes de Almeida Junior" userId="eec3f0bb295ba151" providerId="LiveId" clId="{0BB0D356-311A-46FA-8F98-52E5396BF54D}" dt="2021-10-02T04:33:24.933" v="684" actId="20577"/>
          <ac:spMkLst>
            <pc:docMk/>
            <pc:sldMk cId="523863527" sldId="262"/>
            <ac:spMk id="2" creationId="{F1AA6BF2-384E-4A22-8FFC-64AA4CBDC7B5}"/>
          </ac:spMkLst>
        </pc:spChg>
        <pc:spChg chg="mod">
          <ac:chgData name="Sidnei Gomes de Almeida Junior" userId="eec3f0bb295ba151" providerId="LiveId" clId="{0BB0D356-311A-46FA-8F98-52E5396BF54D}" dt="2021-10-02T05:17:45.569" v="878" actId="20577"/>
          <ac:spMkLst>
            <pc:docMk/>
            <pc:sldMk cId="523863527" sldId="262"/>
            <ac:spMk id="3" creationId="{A3EE2467-753B-4A8A-B61C-5DAEBDF451C2}"/>
          </ac:spMkLst>
        </pc:spChg>
      </pc:sldChg>
      <pc:sldChg chg="new del">
        <pc:chgData name="Sidnei Gomes de Almeida Junior" userId="eec3f0bb295ba151" providerId="LiveId" clId="{0BB0D356-311A-46FA-8F98-52E5396BF54D}" dt="2021-10-02T05:04:23.032" v="877" actId="47"/>
        <pc:sldMkLst>
          <pc:docMk/>
          <pc:sldMk cId="673174131" sldId="263"/>
        </pc:sldMkLst>
      </pc:sldChg>
    </pc:docChg>
  </pc:docChgLst>
  <pc:docChgLst>
    <pc:chgData name="Sidnei Gomes de Almeida Junior" userId="eec3f0bb295ba151" providerId="LiveId" clId="{45E38AC1-4B67-4187-9BEB-E7926C471F70}"/>
    <pc:docChg chg="undo custSel addSld delSld modSld sldOrd">
      <pc:chgData name="Sidnei Gomes de Almeida Junior" userId="eec3f0bb295ba151" providerId="LiveId" clId="{45E38AC1-4B67-4187-9BEB-E7926C471F70}" dt="2021-09-25T17:46:50.593" v="2683" actId="1076"/>
      <pc:docMkLst>
        <pc:docMk/>
      </pc:docMkLst>
      <pc:sldChg chg="addSp delSp modSp mod">
        <pc:chgData name="Sidnei Gomes de Almeida Junior" userId="eec3f0bb295ba151" providerId="LiveId" clId="{45E38AC1-4B67-4187-9BEB-E7926C471F70}" dt="2021-09-25T04:33:19.218" v="63" actId="1076"/>
        <pc:sldMkLst>
          <pc:docMk/>
          <pc:sldMk cId="3524403803" sldId="262"/>
        </pc:sldMkLst>
        <pc:spChg chg="mod">
          <ac:chgData name="Sidnei Gomes de Almeida Junior" userId="eec3f0bb295ba151" providerId="LiveId" clId="{45E38AC1-4B67-4187-9BEB-E7926C471F70}" dt="2021-09-25T04:33:19.218" v="63" actId="1076"/>
          <ac:spMkLst>
            <pc:docMk/>
            <pc:sldMk cId="3524403803" sldId="262"/>
            <ac:spMk id="2" creationId="{109210CE-15BF-4BBD-9E98-39D08B2CB342}"/>
          </ac:spMkLst>
        </pc:spChg>
        <pc:spChg chg="del">
          <ac:chgData name="Sidnei Gomes de Almeida Junior" userId="eec3f0bb295ba151" providerId="LiveId" clId="{45E38AC1-4B67-4187-9BEB-E7926C471F70}" dt="2021-09-25T04:31:35.658" v="47" actId="478"/>
          <ac:spMkLst>
            <pc:docMk/>
            <pc:sldMk cId="3524403803" sldId="262"/>
            <ac:spMk id="3" creationId="{58697C5D-CCFF-48F7-971D-B4BE6FB1B20C}"/>
          </ac:spMkLst>
        </pc:spChg>
        <pc:picChg chg="add mod">
          <ac:chgData name="Sidnei Gomes de Almeida Junior" userId="eec3f0bb295ba151" providerId="LiveId" clId="{45E38AC1-4B67-4187-9BEB-E7926C471F70}" dt="2021-09-25T04:31:57.290" v="49" actId="1076"/>
          <ac:picMkLst>
            <pc:docMk/>
            <pc:sldMk cId="3524403803" sldId="262"/>
            <ac:picMk id="1026" creationId="{884F72A0-068C-4620-9A4F-26321B359B0A}"/>
          </ac:picMkLst>
        </pc:picChg>
        <pc:picChg chg="add mod">
          <ac:chgData name="Sidnei Gomes de Almeida Junior" userId="eec3f0bb295ba151" providerId="LiveId" clId="{45E38AC1-4B67-4187-9BEB-E7926C471F70}" dt="2021-09-25T04:33:09.979" v="62" actId="1076"/>
          <ac:picMkLst>
            <pc:docMk/>
            <pc:sldMk cId="3524403803" sldId="262"/>
            <ac:picMk id="1028" creationId="{000345B3-8B98-4FFF-853B-06BC3E62B79E}"/>
          </ac:picMkLst>
        </pc:picChg>
        <pc:picChg chg="add del">
          <ac:chgData name="Sidnei Gomes de Almeida Junior" userId="eec3f0bb295ba151" providerId="LiveId" clId="{45E38AC1-4B67-4187-9BEB-E7926C471F70}" dt="2021-09-25T04:33:04.067" v="59"/>
          <ac:picMkLst>
            <pc:docMk/>
            <pc:sldMk cId="3524403803" sldId="262"/>
            <ac:picMk id="1030" creationId="{74A393C6-2759-44F6-BC9D-C7C713F35A28}"/>
          </ac:picMkLst>
        </pc:picChg>
      </pc:sldChg>
      <pc:sldChg chg="modSp mod">
        <pc:chgData name="Sidnei Gomes de Almeida Junior" userId="eec3f0bb295ba151" providerId="LiveId" clId="{45E38AC1-4B67-4187-9BEB-E7926C471F70}" dt="2021-09-25T03:52:36.844" v="19" actId="20577"/>
        <pc:sldMkLst>
          <pc:docMk/>
          <pc:sldMk cId="131219086" sldId="263"/>
        </pc:sldMkLst>
        <pc:spChg chg="mod">
          <ac:chgData name="Sidnei Gomes de Almeida Junior" userId="eec3f0bb295ba151" providerId="LiveId" clId="{45E38AC1-4B67-4187-9BEB-E7926C471F70}" dt="2021-09-25T03:52:36.844" v="19" actId="20577"/>
          <ac:spMkLst>
            <pc:docMk/>
            <pc:sldMk cId="131219086" sldId="263"/>
            <ac:spMk id="3" creationId="{3BD7557D-504B-44ED-807E-E7E91FF661C5}"/>
          </ac:spMkLst>
        </pc:spChg>
      </pc:sldChg>
      <pc:sldChg chg="addSp delSp modSp new mod">
        <pc:chgData name="Sidnei Gomes de Almeida Junior" userId="eec3f0bb295ba151" providerId="LiveId" clId="{45E38AC1-4B67-4187-9BEB-E7926C471F70}" dt="2021-09-25T06:13:22.605" v="148" actId="1076"/>
        <pc:sldMkLst>
          <pc:docMk/>
          <pc:sldMk cId="884573789" sldId="264"/>
        </pc:sldMkLst>
        <pc:spChg chg="del">
          <ac:chgData name="Sidnei Gomes de Almeida Junior" userId="eec3f0bb295ba151" providerId="LiveId" clId="{45E38AC1-4B67-4187-9BEB-E7926C471F70}" dt="2021-09-25T06:10:37.791" v="91" actId="478"/>
          <ac:spMkLst>
            <pc:docMk/>
            <pc:sldMk cId="884573789" sldId="264"/>
            <ac:spMk id="2" creationId="{DED63B3B-2DBA-461F-BB72-1D249FC57350}"/>
          </ac:spMkLst>
        </pc:spChg>
        <pc:spChg chg="del">
          <ac:chgData name="Sidnei Gomes de Almeida Junior" userId="eec3f0bb295ba151" providerId="LiveId" clId="{45E38AC1-4B67-4187-9BEB-E7926C471F70}" dt="2021-09-25T06:10:39.722" v="92" actId="478"/>
          <ac:spMkLst>
            <pc:docMk/>
            <pc:sldMk cId="884573789" sldId="264"/>
            <ac:spMk id="3" creationId="{42399DCB-AA63-40DE-B5F6-471577730DA6}"/>
          </ac:spMkLst>
        </pc:spChg>
        <pc:spChg chg="add del">
          <ac:chgData name="Sidnei Gomes de Almeida Junior" userId="eec3f0bb295ba151" providerId="LiveId" clId="{45E38AC1-4B67-4187-9BEB-E7926C471F70}" dt="2021-09-25T06:11:01.304" v="94"/>
          <ac:spMkLst>
            <pc:docMk/>
            <pc:sldMk cId="884573789" sldId="264"/>
            <ac:spMk id="4" creationId="{89906A9A-2FDA-48C7-B0FA-8E6254198ED6}"/>
          </ac:spMkLst>
        </pc:spChg>
        <pc:spChg chg="add del">
          <ac:chgData name="Sidnei Gomes de Almeida Junior" userId="eec3f0bb295ba151" providerId="LiveId" clId="{45E38AC1-4B67-4187-9BEB-E7926C471F70}" dt="2021-09-25T06:11:05.638" v="96"/>
          <ac:spMkLst>
            <pc:docMk/>
            <pc:sldMk cId="884573789" sldId="264"/>
            <ac:spMk id="5" creationId="{7BA7BC5D-F7D6-4301-B78C-9F22363D814E}"/>
          </ac:spMkLst>
        </pc:spChg>
        <pc:spChg chg="add del mod">
          <ac:chgData name="Sidnei Gomes de Almeida Junior" userId="eec3f0bb295ba151" providerId="LiveId" clId="{45E38AC1-4B67-4187-9BEB-E7926C471F70}" dt="2021-09-25T06:11:21.736" v="101" actId="478"/>
          <ac:spMkLst>
            <pc:docMk/>
            <pc:sldMk cId="884573789" sldId="264"/>
            <ac:spMk id="6" creationId="{0499ED16-74E9-4881-BD92-57542C8BCB7F}"/>
          </ac:spMkLst>
        </pc:spChg>
        <pc:spChg chg="add del">
          <ac:chgData name="Sidnei Gomes de Almeida Junior" userId="eec3f0bb295ba151" providerId="LiveId" clId="{45E38AC1-4B67-4187-9BEB-E7926C471F70}" dt="2021-09-25T06:11:21.736" v="101" actId="478"/>
          <ac:spMkLst>
            <pc:docMk/>
            <pc:sldMk cId="884573789" sldId="264"/>
            <ac:spMk id="7" creationId="{E37D6211-9B99-499D-AEB1-573ECD9879DF}"/>
          </ac:spMkLst>
        </pc:spChg>
        <pc:spChg chg="add mod">
          <ac:chgData name="Sidnei Gomes de Almeida Junior" userId="eec3f0bb295ba151" providerId="LiveId" clId="{45E38AC1-4B67-4187-9BEB-E7926C471F70}" dt="2021-09-25T06:13:22.605" v="148" actId="1076"/>
          <ac:spMkLst>
            <pc:docMk/>
            <pc:sldMk cId="884573789" sldId="264"/>
            <ac:spMk id="10" creationId="{B27A7F77-C58C-403A-9E10-7A04362B8B9E}"/>
          </ac:spMkLst>
        </pc:spChg>
        <pc:picChg chg="add mod">
          <ac:chgData name="Sidnei Gomes de Almeida Junior" userId="eec3f0bb295ba151" providerId="LiveId" clId="{45E38AC1-4B67-4187-9BEB-E7926C471F70}" dt="2021-09-25T06:12:51.893" v="143" actId="1076"/>
          <ac:picMkLst>
            <pc:docMk/>
            <pc:sldMk cId="884573789" sldId="264"/>
            <ac:picMk id="9" creationId="{CC356854-239E-4A95-9F4C-C44A0E99FE71}"/>
          </ac:picMkLst>
        </pc:picChg>
        <pc:picChg chg="add mod">
          <ac:chgData name="Sidnei Gomes de Almeida Junior" userId="eec3f0bb295ba151" providerId="LiveId" clId="{45E38AC1-4B67-4187-9BEB-E7926C471F70}" dt="2021-09-25T06:12:56.565" v="145" actId="14100"/>
          <ac:picMkLst>
            <pc:docMk/>
            <pc:sldMk cId="884573789" sldId="264"/>
            <ac:picMk id="3082" creationId="{9B8D5FC4-51F3-48DB-9A2B-E52F2FEDF16B}"/>
          </ac:picMkLst>
        </pc:picChg>
      </pc:sldChg>
      <pc:sldChg chg="addSp delSp modSp add del mod">
        <pc:chgData name="Sidnei Gomes de Almeida Junior" userId="eec3f0bb295ba151" providerId="LiveId" clId="{45E38AC1-4B67-4187-9BEB-E7926C471F70}" dt="2021-09-25T17:06:15.109" v="2191" actId="47"/>
        <pc:sldMkLst>
          <pc:docMk/>
          <pc:sldMk cId="2109628974" sldId="265"/>
        </pc:sldMkLst>
        <pc:spChg chg="mod">
          <ac:chgData name="Sidnei Gomes de Almeida Junior" userId="eec3f0bb295ba151" providerId="LiveId" clId="{45E38AC1-4B67-4187-9BEB-E7926C471F70}" dt="2021-09-25T06:04:48.381" v="71" actId="20577"/>
          <ac:spMkLst>
            <pc:docMk/>
            <pc:sldMk cId="2109628974" sldId="265"/>
            <ac:spMk id="2" creationId="{109210CE-15BF-4BBD-9E98-39D08B2CB342}"/>
          </ac:spMkLst>
        </pc:spChg>
        <pc:picChg chg="del">
          <ac:chgData name="Sidnei Gomes de Almeida Junior" userId="eec3f0bb295ba151" providerId="LiveId" clId="{45E38AC1-4B67-4187-9BEB-E7926C471F70}" dt="2021-09-25T06:04:51.380" v="72" actId="478"/>
          <ac:picMkLst>
            <pc:docMk/>
            <pc:sldMk cId="2109628974" sldId="265"/>
            <ac:picMk id="1026" creationId="{884F72A0-068C-4620-9A4F-26321B359B0A}"/>
          </ac:picMkLst>
        </pc:picChg>
        <pc:picChg chg="del">
          <ac:chgData name="Sidnei Gomes de Almeida Junior" userId="eec3f0bb295ba151" providerId="LiveId" clId="{45E38AC1-4B67-4187-9BEB-E7926C471F70}" dt="2021-09-25T06:04:53.541" v="73" actId="478"/>
          <ac:picMkLst>
            <pc:docMk/>
            <pc:sldMk cId="2109628974" sldId="265"/>
            <ac:picMk id="1028" creationId="{000345B3-8B98-4FFF-853B-06BC3E62B79E}"/>
          </ac:picMkLst>
        </pc:picChg>
        <pc:picChg chg="add del mod">
          <ac:chgData name="Sidnei Gomes de Almeida Junior" userId="eec3f0bb295ba151" providerId="LiveId" clId="{45E38AC1-4B67-4187-9BEB-E7926C471F70}" dt="2021-09-25T06:05:42.585" v="77"/>
          <ac:picMkLst>
            <pc:docMk/>
            <pc:sldMk cId="2109628974" sldId="265"/>
            <ac:picMk id="2050" creationId="{209FF966-1DEF-4ADD-B23D-38AB4CE4E8CF}"/>
          </ac:picMkLst>
        </pc:picChg>
        <pc:picChg chg="add del mod">
          <ac:chgData name="Sidnei Gomes de Almeida Junior" userId="eec3f0bb295ba151" providerId="LiveId" clId="{45E38AC1-4B67-4187-9BEB-E7926C471F70}" dt="2021-09-25T06:08:15.522" v="82" actId="478"/>
          <ac:picMkLst>
            <pc:docMk/>
            <pc:sldMk cId="2109628974" sldId="265"/>
            <ac:picMk id="2052" creationId="{9A57E971-7C90-4E0D-8558-DF2CCE9AE7D8}"/>
          </ac:picMkLst>
        </pc:picChg>
        <pc:picChg chg="add mod">
          <ac:chgData name="Sidnei Gomes de Almeida Junior" userId="eec3f0bb295ba151" providerId="LiveId" clId="{45E38AC1-4B67-4187-9BEB-E7926C471F70}" dt="2021-09-25T06:08:34.013" v="87" actId="1076"/>
          <ac:picMkLst>
            <pc:docMk/>
            <pc:sldMk cId="2109628974" sldId="265"/>
            <ac:picMk id="2054" creationId="{8A5DC846-28B7-4C89-A957-7EC26476FA3E}"/>
          </ac:picMkLst>
        </pc:picChg>
      </pc:sldChg>
      <pc:sldChg chg="modSp new mod">
        <pc:chgData name="Sidnei Gomes de Almeida Junior" userId="eec3f0bb295ba151" providerId="LiveId" clId="{45E38AC1-4B67-4187-9BEB-E7926C471F70}" dt="2021-09-25T14:07:50.714" v="349" actId="403"/>
        <pc:sldMkLst>
          <pc:docMk/>
          <pc:sldMk cId="3074574962" sldId="266"/>
        </pc:sldMkLst>
        <pc:spChg chg="mod">
          <ac:chgData name="Sidnei Gomes de Almeida Junior" userId="eec3f0bb295ba151" providerId="LiveId" clId="{45E38AC1-4B67-4187-9BEB-E7926C471F70}" dt="2021-09-25T14:05:35.804" v="162" actId="403"/>
          <ac:spMkLst>
            <pc:docMk/>
            <pc:sldMk cId="3074574962" sldId="266"/>
            <ac:spMk id="2" creationId="{9086CFB5-6464-4394-B71B-9BF7C4B7A8EC}"/>
          </ac:spMkLst>
        </pc:spChg>
        <pc:spChg chg="mod">
          <ac:chgData name="Sidnei Gomes de Almeida Junior" userId="eec3f0bb295ba151" providerId="LiveId" clId="{45E38AC1-4B67-4187-9BEB-E7926C471F70}" dt="2021-09-25T14:07:50.714" v="349" actId="403"/>
          <ac:spMkLst>
            <pc:docMk/>
            <pc:sldMk cId="3074574962" sldId="266"/>
            <ac:spMk id="3" creationId="{067A0221-4B33-4E77-9311-3B3568C158AD}"/>
          </ac:spMkLst>
        </pc:spChg>
      </pc:sldChg>
      <pc:sldChg chg="addSp delSp modSp new mod setBg addAnim">
        <pc:chgData name="Sidnei Gomes de Almeida Junior" userId="eec3f0bb295ba151" providerId="LiveId" clId="{45E38AC1-4B67-4187-9BEB-E7926C471F70}" dt="2021-09-25T14:10:49.638" v="396"/>
        <pc:sldMkLst>
          <pc:docMk/>
          <pc:sldMk cId="3173771910" sldId="267"/>
        </pc:sldMkLst>
        <pc:spChg chg="mod ord">
          <ac:chgData name="Sidnei Gomes de Almeida Junior" userId="eec3f0bb295ba151" providerId="LiveId" clId="{45E38AC1-4B67-4187-9BEB-E7926C471F70}" dt="2021-09-25T14:10:49.634" v="395" actId="26606"/>
          <ac:spMkLst>
            <pc:docMk/>
            <pc:sldMk cId="3173771910" sldId="267"/>
            <ac:spMk id="2" creationId="{4834FA97-CF94-4E2E-B8AC-AB956DE41296}"/>
          </ac:spMkLst>
        </pc:spChg>
        <pc:spChg chg="del">
          <ac:chgData name="Sidnei Gomes de Almeida Junior" userId="eec3f0bb295ba151" providerId="LiveId" clId="{45E38AC1-4B67-4187-9BEB-E7926C471F70}" dt="2021-09-25T14:09:07.775" v="379" actId="478"/>
          <ac:spMkLst>
            <pc:docMk/>
            <pc:sldMk cId="3173771910" sldId="267"/>
            <ac:spMk id="3" creationId="{B1FB9AF3-C733-4167-9F0D-A2B9504E42B2}"/>
          </ac:spMkLst>
        </pc:spChg>
        <pc:grpChg chg="add">
          <ac:chgData name="Sidnei Gomes de Almeida Junior" userId="eec3f0bb295ba151" providerId="LiveId" clId="{45E38AC1-4B67-4187-9BEB-E7926C471F70}" dt="2021-09-25T14:10:49.634" v="395" actId="26606"/>
          <ac:grpSpMkLst>
            <pc:docMk/>
            <pc:sldMk cId="3173771910" sldId="267"/>
            <ac:grpSpMk id="71" creationId="{9AE27B9D-0F04-458B-A718-F84902C79F7C}"/>
          </ac:grpSpMkLst>
        </pc:grpChg>
        <pc:picChg chg="add mod">
          <ac:chgData name="Sidnei Gomes de Almeida Junior" userId="eec3f0bb295ba151" providerId="LiveId" clId="{45E38AC1-4B67-4187-9BEB-E7926C471F70}" dt="2021-09-25T14:10:49.634" v="395" actId="26606"/>
          <ac:picMkLst>
            <pc:docMk/>
            <pc:sldMk cId="3173771910" sldId="267"/>
            <ac:picMk id="1026" creationId="{5212B96A-103D-41AB-94DE-CB1D7D009440}"/>
          </ac:picMkLst>
        </pc:picChg>
      </pc:sldChg>
      <pc:sldChg chg="addSp delSp modSp new mod">
        <pc:chgData name="Sidnei Gomes de Almeida Junior" userId="eec3f0bb295ba151" providerId="LiveId" clId="{45E38AC1-4B67-4187-9BEB-E7926C471F70}" dt="2021-09-25T14:11:24.968" v="402" actId="1076"/>
        <pc:sldMkLst>
          <pc:docMk/>
          <pc:sldMk cId="660417573" sldId="268"/>
        </pc:sldMkLst>
        <pc:spChg chg="del">
          <ac:chgData name="Sidnei Gomes de Almeida Junior" userId="eec3f0bb295ba151" providerId="LiveId" clId="{45E38AC1-4B67-4187-9BEB-E7926C471F70}" dt="2021-09-25T14:11:02.514" v="397" actId="478"/>
          <ac:spMkLst>
            <pc:docMk/>
            <pc:sldMk cId="660417573" sldId="268"/>
            <ac:spMk id="2" creationId="{BB4496EA-DECA-44AE-B054-1123FC94E9AB}"/>
          </ac:spMkLst>
        </pc:spChg>
        <pc:spChg chg="del">
          <ac:chgData name="Sidnei Gomes de Almeida Junior" userId="eec3f0bb295ba151" providerId="LiveId" clId="{45E38AC1-4B67-4187-9BEB-E7926C471F70}" dt="2021-09-25T14:11:05.034" v="398" actId="478"/>
          <ac:spMkLst>
            <pc:docMk/>
            <pc:sldMk cId="660417573" sldId="268"/>
            <ac:spMk id="3" creationId="{1CF1D198-8149-4734-9F04-243D7D5BF9F1}"/>
          </ac:spMkLst>
        </pc:spChg>
        <pc:picChg chg="add del mod">
          <ac:chgData name="Sidnei Gomes de Almeida Junior" userId="eec3f0bb295ba151" providerId="LiveId" clId="{45E38AC1-4B67-4187-9BEB-E7926C471F70}" dt="2021-09-25T14:11:16.898" v="400"/>
          <ac:picMkLst>
            <pc:docMk/>
            <pc:sldMk cId="660417573" sldId="268"/>
            <ac:picMk id="4" creationId="{54A9BE0A-D0FA-41C5-9C0F-6FBA1DB0F040}"/>
          </ac:picMkLst>
        </pc:picChg>
        <pc:picChg chg="add mod">
          <ac:chgData name="Sidnei Gomes de Almeida Junior" userId="eec3f0bb295ba151" providerId="LiveId" clId="{45E38AC1-4B67-4187-9BEB-E7926C471F70}" dt="2021-09-25T14:11:24.968" v="402" actId="1076"/>
          <ac:picMkLst>
            <pc:docMk/>
            <pc:sldMk cId="660417573" sldId="268"/>
            <ac:picMk id="2050" creationId="{93232F78-98F3-46BB-8FCC-542778B9875F}"/>
          </ac:picMkLst>
        </pc:picChg>
      </pc:sldChg>
      <pc:sldChg chg="addSp delSp modSp new mod">
        <pc:chgData name="Sidnei Gomes de Almeida Junior" userId="eec3f0bb295ba151" providerId="LiveId" clId="{45E38AC1-4B67-4187-9BEB-E7926C471F70}" dt="2021-09-25T14:12:13.237" v="428" actId="1076"/>
        <pc:sldMkLst>
          <pc:docMk/>
          <pc:sldMk cId="896932737" sldId="269"/>
        </pc:sldMkLst>
        <pc:spChg chg="mod">
          <ac:chgData name="Sidnei Gomes de Almeida Junior" userId="eec3f0bb295ba151" providerId="LiveId" clId="{45E38AC1-4B67-4187-9BEB-E7926C471F70}" dt="2021-09-25T14:11:51.054" v="425" actId="20577"/>
          <ac:spMkLst>
            <pc:docMk/>
            <pc:sldMk cId="896932737" sldId="269"/>
            <ac:spMk id="2" creationId="{415F8F6C-C645-470F-A6E2-22693A9B4278}"/>
          </ac:spMkLst>
        </pc:spChg>
        <pc:spChg chg="del">
          <ac:chgData name="Sidnei Gomes de Almeida Junior" userId="eec3f0bb295ba151" providerId="LiveId" clId="{45E38AC1-4B67-4187-9BEB-E7926C471F70}" dt="2021-09-25T14:11:54.413" v="426" actId="478"/>
          <ac:spMkLst>
            <pc:docMk/>
            <pc:sldMk cId="896932737" sldId="269"/>
            <ac:spMk id="3" creationId="{77C0F370-B384-4E91-8B06-EAD34C4DBC6B}"/>
          </ac:spMkLst>
        </pc:spChg>
        <pc:picChg chg="add mod">
          <ac:chgData name="Sidnei Gomes de Almeida Junior" userId="eec3f0bb295ba151" providerId="LiveId" clId="{45E38AC1-4B67-4187-9BEB-E7926C471F70}" dt="2021-09-25T14:12:13.237" v="428" actId="1076"/>
          <ac:picMkLst>
            <pc:docMk/>
            <pc:sldMk cId="896932737" sldId="269"/>
            <ac:picMk id="3074" creationId="{EB1A98A5-5800-4F0C-ACED-3D0E4656BD24}"/>
          </ac:picMkLst>
        </pc:picChg>
      </pc:sldChg>
      <pc:sldChg chg="addSp delSp modSp new mod">
        <pc:chgData name="Sidnei Gomes de Almeida Junior" userId="eec3f0bb295ba151" providerId="LiveId" clId="{45E38AC1-4B67-4187-9BEB-E7926C471F70}" dt="2021-09-25T15:58:40.791" v="531" actId="403"/>
        <pc:sldMkLst>
          <pc:docMk/>
          <pc:sldMk cId="487890968" sldId="270"/>
        </pc:sldMkLst>
        <pc:spChg chg="mod">
          <ac:chgData name="Sidnei Gomes de Almeida Junior" userId="eec3f0bb295ba151" providerId="LiveId" clId="{45E38AC1-4B67-4187-9BEB-E7926C471F70}" dt="2021-09-25T15:58:40.791" v="531" actId="403"/>
          <ac:spMkLst>
            <pc:docMk/>
            <pc:sldMk cId="487890968" sldId="270"/>
            <ac:spMk id="2" creationId="{AC1F8A75-8D95-49A7-A73E-DF7924298974}"/>
          </ac:spMkLst>
        </pc:spChg>
        <pc:spChg chg="del">
          <ac:chgData name="Sidnei Gomes de Almeida Junior" userId="eec3f0bb295ba151" providerId="LiveId" clId="{45E38AC1-4B67-4187-9BEB-E7926C471F70}" dt="2021-09-25T14:14:25.854" v="459" actId="478"/>
          <ac:spMkLst>
            <pc:docMk/>
            <pc:sldMk cId="487890968" sldId="270"/>
            <ac:spMk id="3" creationId="{F3356FB3-1E13-414D-A71B-D279517548AE}"/>
          </ac:spMkLst>
        </pc:spChg>
        <pc:spChg chg="add mod">
          <ac:chgData name="Sidnei Gomes de Almeida Junior" userId="eec3f0bb295ba151" providerId="LiveId" clId="{45E38AC1-4B67-4187-9BEB-E7926C471F70}" dt="2021-09-25T15:58:37.043" v="529" actId="403"/>
          <ac:spMkLst>
            <pc:docMk/>
            <pc:sldMk cId="487890968" sldId="270"/>
            <ac:spMk id="4" creationId="{FA79F94A-6E92-49D4-BB8D-08C40B12763A}"/>
          </ac:spMkLst>
        </pc:spChg>
      </pc:sldChg>
      <pc:sldChg chg="addSp delSp modSp new mod setBg">
        <pc:chgData name="Sidnei Gomes de Almeida Junior" userId="eec3f0bb295ba151" providerId="LiveId" clId="{45E38AC1-4B67-4187-9BEB-E7926C471F70}" dt="2021-09-25T16:00:58.470" v="548" actId="26606"/>
        <pc:sldMkLst>
          <pc:docMk/>
          <pc:sldMk cId="1446225103" sldId="271"/>
        </pc:sldMkLst>
        <pc:spChg chg="del">
          <ac:chgData name="Sidnei Gomes de Almeida Junior" userId="eec3f0bb295ba151" providerId="LiveId" clId="{45E38AC1-4B67-4187-9BEB-E7926C471F70}" dt="2021-09-25T16:00:18.816" v="534" actId="478"/>
          <ac:spMkLst>
            <pc:docMk/>
            <pc:sldMk cId="1446225103" sldId="271"/>
            <ac:spMk id="2" creationId="{BA7C4C7D-FB9A-4B11-8C8E-90D3BFB2E638}"/>
          </ac:spMkLst>
        </pc:spChg>
        <pc:spChg chg="del">
          <ac:chgData name="Sidnei Gomes de Almeida Junior" userId="eec3f0bb295ba151" providerId="LiveId" clId="{45E38AC1-4B67-4187-9BEB-E7926C471F70}" dt="2021-09-25T16:00:16.870" v="533" actId="478"/>
          <ac:spMkLst>
            <pc:docMk/>
            <pc:sldMk cId="1446225103" sldId="271"/>
            <ac:spMk id="3" creationId="{7E8A34DB-DE6A-43DF-863E-1BCCEAE5A546}"/>
          </ac:spMkLst>
        </pc:spChg>
        <pc:spChg chg="add">
          <ac:chgData name="Sidnei Gomes de Almeida Junior" userId="eec3f0bb295ba151" providerId="LiveId" clId="{45E38AC1-4B67-4187-9BEB-E7926C471F70}" dt="2021-09-25T16:00:58.470" v="548" actId="26606"/>
          <ac:spMkLst>
            <pc:docMk/>
            <pc:sldMk cId="1446225103" sldId="271"/>
            <ac:spMk id="85" creationId="{7459C506-5F4B-4B75-9218-C7C3F87FA8D3}"/>
          </ac:spMkLst>
        </pc:spChg>
        <pc:spChg chg="add">
          <ac:chgData name="Sidnei Gomes de Almeida Junior" userId="eec3f0bb295ba151" providerId="LiveId" clId="{45E38AC1-4B67-4187-9BEB-E7926C471F70}" dt="2021-09-25T16:00:58.470" v="548" actId="26606"/>
          <ac:spMkLst>
            <pc:docMk/>
            <pc:sldMk cId="1446225103" sldId="271"/>
            <ac:spMk id="98" creationId="{4E74DA95-CD7A-4D5E-9D27-67A759CE708D}"/>
          </ac:spMkLst>
        </pc:spChg>
        <pc:grpChg chg="add">
          <ac:chgData name="Sidnei Gomes de Almeida Junior" userId="eec3f0bb295ba151" providerId="LiveId" clId="{45E38AC1-4B67-4187-9BEB-E7926C471F70}" dt="2021-09-25T16:00:58.470" v="548" actId="26606"/>
          <ac:grpSpMkLst>
            <pc:docMk/>
            <pc:sldMk cId="1446225103" sldId="271"/>
            <ac:grpSpMk id="73" creationId="{7664F850-BA8B-47AE-B11A-225CAB8969F1}"/>
          </ac:grpSpMkLst>
        </pc:grpChg>
        <pc:grpChg chg="add">
          <ac:chgData name="Sidnei Gomes de Almeida Junior" userId="eec3f0bb295ba151" providerId="LiveId" clId="{45E38AC1-4B67-4187-9BEB-E7926C471F70}" dt="2021-09-25T16:00:58.470" v="548" actId="26606"/>
          <ac:grpSpMkLst>
            <pc:docMk/>
            <pc:sldMk cId="1446225103" sldId="271"/>
            <ac:grpSpMk id="87" creationId="{BC659EEB-C3AE-4544-8263-417009DCDF41}"/>
          </ac:grpSpMkLst>
        </pc:grpChg>
        <pc:picChg chg="add mod">
          <ac:chgData name="Sidnei Gomes de Almeida Junior" userId="eec3f0bb295ba151" providerId="LiveId" clId="{45E38AC1-4B67-4187-9BEB-E7926C471F70}" dt="2021-09-25T16:00:58.470" v="548" actId="26606"/>
          <ac:picMkLst>
            <pc:docMk/>
            <pc:sldMk cId="1446225103" sldId="271"/>
            <ac:picMk id="4098" creationId="{6E746ADD-6617-4CD7-89C2-D0DDDC40CE43}"/>
          </ac:picMkLst>
        </pc:picChg>
        <pc:picChg chg="add mod">
          <ac:chgData name="Sidnei Gomes de Almeida Junior" userId="eec3f0bb295ba151" providerId="LiveId" clId="{45E38AC1-4B67-4187-9BEB-E7926C471F70}" dt="2021-09-25T16:00:58.470" v="548" actId="26606"/>
          <ac:picMkLst>
            <pc:docMk/>
            <pc:sldMk cId="1446225103" sldId="271"/>
            <ac:picMk id="4100" creationId="{8218E86D-5029-49F3-89F9-D8E6B8C486FC}"/>
          </ac:picMkLst>
        </pc:picChg>
        <pc:cxnChg chg="add">
          <ac:chgData name="Sidnei Gomes de Almeida Junior" userId="eec3f0bb295ba151" providerId="LiveId" clId="{45E38AC1-4B67-4187-9BEB-E7926C471F70}" dt="2021-09-25T16:00:58.470" v="548" actId="26606"/>
          <ac:cxnSpMkLst>
            <pc:docMk/>
            <pc:sldMk cId="1446225103" sldId="271"/>
            <ac:cxnSpMk id="100" creationId="{14AA3B5C-0C55-4FFF-9C45-8F9F7C074A4E}"/>
          </ac:cxnSpMkLst>
        </pc:cxnChg>
      </pc:sldChg>
      <pc:sldChg chg="modSp new mod">
        <pc:chgData name="Sidnei Gomes de Almeida Junior" userId="eec3f0bb295ba151" providerId="LiveId" clId="{45E38AC1-4B67-4187-9BEB-E7926C471F70}" dt="2021-09-25T16:04:55.147" v="665" actId="403"/>
        <pc:sldMkLst>
          <pc:docMk/>
          <pc:sldMk cId="2522623449" sldId="272"/>
        </pc:sldMkLst>
        <pc:spChg chg="mod">
          <ac:chgData name="Sidnei Gomes de Almeida Junior" userId="eec3f0bb295ba151" providerId="LiveId" clId="{45E38AC1-4B67-4187-9BEB-E7926C471F70}" dt="2021-09-25T16:03:45.754" v="562" actId="403"/>
          <ac:spMkLst>
            <pc:docMk/>
            <pc:sldMk cId="2522623449" sldId="272"/>
            <ac:spMk id="2" creationId="{5B16252B-CDEE-491F-9D4E-A6BF9E957DBE}"/>
          </ac:spMkLst>
        </pc:spChg>
        <pc:spChg chg="mod">
          <ac:chgData name="Sidnei Gomes de Almeida Junior" userId="eec3f0bb295ba151" providerId="LiveId" clId="{45E38AC1-4B67-4187-9BEB-E7926C471F70}" dt="2021-09-25T16:04:55.147" v="665" actId="403"/>
          <ac:spMkLst>
            <pc:docMk/>
            <pc:sldMk cId="2522623449" sldId="272"/>
            <ac:spMk id="3" creationId="{E182C640-CF79-4420-9457-CF84A6610AF4}"/>
          </ac:spMkLst>
        </pc:spChg>
      </pc:sldChg>
      <pc:sldChg chg="addSp delSp modSp new mod setBg">
        <pc:chgData name="Sidnei Gomes de Almeida Junior" userId="eec3f0bb295ba151" providerId="LiveId" clId="{45E38AC1-4B67-4187-9BEB-E7926C471F70}" dt="2021-09-25T16:07:16.180" v="681" actId="1076"/>
        <pc:sldMkLst>
          <pc:docMk/>
          <pc:sldMk cId="599471238" sldId="273"/>
        </pc:sldMkLst>
        <pc:spChg chg="del">
          <ac:chgData name="Sidnei Gomes de Almeida Junior" userId="eec3f0bb295ba151" providerId="LiveId" clId="{45E38AC1-4B67-4187-9BEB-E7926C471F70}" dt="2021-09-25T16:05:58.687" v="666" actId="478"/>
          <ac:spMkLst>
            <pc:docMk/>
            <pc:sldMk cId="599471238" sldId="273"/>
            <ac:spMk id="2" creationId="{FC07E2FB-8C83-4281-9B1F-8FC761A12A9E}"/>
          </ac:spMkLst>
        </pc:spChg>
        <pc:spChg chg="del">
          <ac:chgData name="Sidnei Gomes de Almeida Junior" userId="eec3f0bb295ba151" providerId="LiveId" clId="{45E38AC1-4B67-4187-9BEB-E7926C471F70}" dt="2021-09-25T16:06:01.096" v="667" actId="478"/>
          <ac:spMkLst>
            <pc:docMk/>
            <pc:sldMk cId="599471238" sldId="273"/>
            <ac:spMk id="3" creationId="{8DA0995C-FFA0-43D4-B950-F3BFE672A9A1}"/>
          </ac:spMkLst>
        </pc:spChg>
        <pc:spChg chg="add del">
          <ac:chgData name="Sidnei Gomes de Almeida Junior" userId="eec3f0bb295ba151" providerId="LiveId" clId="{45E38AC1-4B67-4187-9BEB-E7926C471F70}" dt="2021-09-25T16:07:04.817" v="678" actId="26606"/>
          <ac:spMkLst>
            <pc:docMk/>
            <pc:sldMk cId="599471238" sldId="273"/>
            <ac:spMk id="85" creationId="{7459C506-5F4B-4B75-9218-C7C3F87FA8D3}"/>
          </ac:spMkLst>
        </pc:spChg>
        <pc:spChg chg="add del">
          <ac:chgData name="Sidnei Gomes de Almeida Junior" userId="eec3f0bb295ba151" providerId="LiveId" clId="{45E38AC1-4B67-4187-9BEB-E7926C471F70}" dt="2021-09-25T16:07:04.817" v="678" actId="26606"/>
          <ac:spMkLst>
            <pc:docMk/>
            <pc:sldMk cId="599471238" sldId="273"/>
            <ac:spMk id="98" creationId="{4E74DA95-CD7A-4D5E-9D27-67A759CE708D}"/>
          </ac:spMkLst>
        </pc:spChg>
        <pc:spChg chg="add del">
          <ac:chgData name="Sidnei Gomes de Almeida Junior" userId="eec3f0bb295ba151" providerId="LiveId" clId="{45E38AC1-4B67-4187-9BEB-E7926C471F70}" dt="2021-09-25T16:07:04.817" v="678" actId="26606"/>
          <ac:spMkLst>
            <pc:docMk/>
            <pc:sldMk cId="599471238" sldId="273"/>
            <ac:spMk id="149" creationId="{7459C506-5F4B-4B75-9218-C7C3F87FA8D3}"/>
          </ac:spMkLst>
        </pc:spChg>
        <pc:spChg chg="add del">
          <ac:chgData name="Sidnei Gomes de Almeida Junior" userId="eec3f0bb295ba151" providerId="LiveId" clId="{45E38AC1-4B67-4187-9BEB-E7926C471F70}" dt="2021-09-25T16:07:04.817" v="678" actId="26606"/>
          <ac:spMkLst>
            <pc:docMk/>
            <pc:sldMk cId="599471238" sldId="273"/>
            <ac:spMk id="162" creationId="{4E74DA95-CD7A-4D5E-9D27-67A759CE708D}"/>
          </ac:spMkLst>
        </pc:spChg>
        <pc:grpChg chg="add del">
          <ac:chgData name="Sidnei Gomes de Almeida Junior" userId="eec3f0bb295ba151" providerId="LiveId" clId="{45E38AC1-4B67-4187-9BEB-E7926C471F70}" dt="2021-09-25T16:07:04.817" v="678" actId="26606"/>
          <ac:grpSpMkLst>
            <pc:docMk/>
            <pc:sldMk cId="599471238" sldId="273"/>
            <ac:grpSpMk id="73" creationId="{7664F850-BA8B-47AE-B11A-225CAB8969F1}"/>
          </ac:grpSpMkLst>
        </pc:grpChg>
        <pc:grpChg chg="add del">
          <ac:chgData name="Sidnei Gomes de Almeida Junior" userId="eec3f0bb295ba151" providerId="LiveId" clId="{45E38AC1-4B67-4187-9BEB-E7926C471F70}" dt="2021-09-25T16:07:04.817" v="678" actId="26606"/>
          <ac:grpSpMkLst>
            <pc:docMk/>
            <pc:sldMk cId="599471238" sldId="273"/>
            <ac:grpSpMk id="87" creationId="{BC659EEB-C3AE-4544-8263-417009DCDF41}"/>
          </ac:grpSpMkLst>
        </pc:grpChg>
        <pc:grpChg chg="add del">
          <ac:chgData name="Sidnei Gomes de Almeida Junior" userId="eec3f0bb295ba151" providerId="LiveId" clId="{45E38AC1-4B67-4187-9BEB-E7926C471F70}" dt="2021-09-25T16:07:04.817" v="678" actId="26606"/>
          <ac:grpSpMkLst>
            <pc:docMk/>
            <pc:sldMk cId="599471238" sldId="273"/>
            <ac:grpSpMk id="137" creationId="{7664F850-BA8B-47AE-B11A-225CAB8969F1}"/>
          </ac:grpSpMkLst>
        </pc:grpChg>
        <pc:grpChg chg="add del">
          <ac:chgData name="Sidnei Gomes de Almeida Junior" userId="eec3f0bb295ba151" providerId="LiveId" clId="{45E38AC1-4B67-4187-9BEB-E7926C471F70}" dt="2021-09-25T16:07:04.817" v="678" actId="26606"/>
          <ac:grpSpMkLst>
            <pc:docMk/>
            <pc:sldMk cId="599471238" sldId="273"/>
            <ac:grpSpMk id="151" creationId="{BC659EEB-C3AE-4544-8263-417009DCDF41}"/>
          </ac:grpSpMkLst>
        </pc:grpChg>
        <pc:picChg chg="add mod ord">
          <ac:chgData name="Sidnei Gomes de Almeida Junior" userId="eec3f0bb295ba151" providerId="LiveId" clId="{45E38AC1-4B67-4187-9BEB-E7926C471F70}" dt="2021-09-25T16:07:05.886" v="680" actId="1076"/>
          <ac:picMkLst>
            <pc:docMk/>
            <pc:sldMk cId="599471238" sldId="273"/>
            <ac:picMk id="5122" creationId="{50CAC155-FA6E-40BD-9CFF-E4C915864CFA}"/>
          </ac:picMkLst>
        </pc:picChg>
        <pc:picChg chg="add mod">
          <ac:chgData name="Sidnei Gomes de Almeida Junior" userId="eec3f0bb295ba151" providerId="LiveId" clId="{45E38AC1-4B67-4187-9BEB-E7926C471F70}" dt="2021-09-25T16:07:16.180" v="681" actId="1076"/>
          <ac:picMkLst>
            <pc:docMk/>
            <pc:sldMk cId="599471238" sldId="273"/>
            <ac:picMk id="5124" creationId="{B36817D5-D081-45BD-BF0A-5E63A87ABA72}"/>
          </ac:picMkLst>
        </pc:picChg>
        <pc:cxnChg chg="add del">
          <ac:chgData name="Sidnei Gomes de Almeida Junior" userId="eec3f0bb295ba151" providerId="LiveId" clId="{45E38AC1-4B67-4187-9BEB-E7926C471F70}" dt="2021-09-25T16:07:04.817" v="678" actId="26606"/>
          <ac:cxnSpMkLst>
            <pc:docMk/>
            <pc:sldMk cId="599471238" sldId="273"/>
            <ac:cxnSpMk id="100" creationId="{14AA3B5C-0C55-4FFF-9C45-8F9F7C074A4E}"/>
          </ac:cxnSpMkLst>
        </pc:cxnChg>
        <pc:cxnChg chg="add del">
          <ac:chgData name="Sidnei Gomes de Almeida Junior" userId="eec3f0bb295ba151" providerId="LiveId" clId="{45E38AC1-4B67-4187-9BEB-E7926C471F70}" dt="2021-09-25T16:07:04.817" v="678" actId="26606"/>
          <ac:cxnSpMkLst>
            <pc:docMk/>
            <pc:sldMk cId="599471238" sldId="273"/>
            <ac:cxnSpMk id="164" creationId="{14AA3B5C-0C55-4FFF-9C45-8F9F7C074A4E}"/>
          </ac:cxnSpMkLst>
        </pc:cxnChg>
      </pc:sldChg>
      <pc:sldChg chg="addSp delSp modSp new mod setBg">
        <pc:chgData name="Sidnei Gomes de Almeida Junior" userId="eec3f0bb295ba151" providerId="LiveId" clId="{45E38AC1-4B67-4187-9BEB-E7926C471F70}" dt="2021-09-25T16:09:06.226" v="694" actId="14100"/>
        <pc:sldMkLst>
          <pc:docMk/>
          <pc:sldMk cId="334022869" sldId="274"/>
        </pc:sldMkLst>
        <pc:spChg chg="del">
          <ac:chgData name="Sidnei Gomes de Almeida Junior" userId="eec3f0bb295ba151" providerId="LiveId" clId="{45E38AC1-4B67-4187-9BEB-E7926C471F70}" dt="2021-09-25T16:08:27.554" v="683" actId="478"/>
          <ac:spMkLst>
            <pc:docMk/>
            <pc:sldMk cId="334022869" sldId="274"/>
            <ac:spMk id="2" creationId="{09E66976-A49F-4A45-95C4-8973C304E641}"/>
          </ac:spMkLst>
        </pc:spChg>
        <pc:spChg chg="del">
          <ac:chgData name="Sidnei Gomes de Almeida Junior" userId="eec3f0bb295ba151" providerId="LiveId" clId="{45E38AC1-4B67-4187-9BEB-E7926C471F70}" dt="2021-09-25T16:08:25.294" v="682" actId="478"/>
          <ac:spMkLst>
            <pc:docMk/>
            <pc:sldMk cId="334022869" sldId="274"/>
            <ac:spMk id="3" creationId="{579089DB-5E45-41CB-8F7C-AE9E88192C54}"/>
          </ac:spMkLst>
        </pc:spChg>
        <pc:spChg chg="add">
          <ac:chgData name="Sidnei Gomes de Almeida Junior" userId="eec3f0bb295ba151" providerId="LiveId" clId="{45E38AC1-4B67-4187-9BEB-E7926C471F70}" dt="2021-09-25T16:08:36.796" v="687" actId="26606"/>
          <ac:spMkLst>
            <pc:docMk/>
            <pc:sldMk cId="334022869" sldId="274"/>
            <ac:spMk id="85" creationId="{7459C506-5F4B-4B75-9218-C7C3F87FA8D3}"/>
          </ac:spMkLst>
        </pc:spChg>
        <pc:spChg chg="add">
          <ac:chgData name="Sidnei Gomes de Almeida Junior" userId="eec3f0bb295ba151" providerId="LiveId" clId="{45E38AC1-4B67-4187-9BEB-E7926C471F70}" dt="2021-09-25T16:08:36.796" v="687" actId="26606"/>
          <ac:spMkLst>
            <pc:docMk/>
            <pc:sldMk cId="334022869" sldId="274"/>
            <ac:spMk id="98" creationId="{4E74DA95-CD7A-4D5E-9D27-67A759CE708D}"/>
          </ac:spMkLst>
        </pc:spChg>
        <pc:grpChg chg="add">
          <ac:chgData name="Sidnei Gomes de Almeida Junior" userId="eec3f0bb295ba151" providerId="LiveId" clId="{45E38AC1-4B67-4187-9BEB-E7926C471F70}" dt="2021-09-25T16:08:36.796" v="687" actId="26606"/>
          <ac:grpSpMkLst>
            <pc:docMk/>
            <pc:sldMk cId="334022869" sldId="274"/>
            <ac:grpSpMk id="73" creationId="{7664F850-BA8B-47AE-B11A-225CAB8969F1}"/>
          </ac:grpSpMkLst>
        </pc:grpChg>
        <pc:grpChg chg="add">
          <ac:chgData name="Sidnei Gomes de Almeida Junior" userId="eec3f0bb295ba151" providerId="LiveId" clId="{45E38AC1-4B67-4187-9BEB-E7926C471F70}" dt="2021-09-25T16:08:36.796" v="687" actId="26606"/>
          <ac:grpSpMkLst>
            <pc:docMk/>
            <pc:sldMk cId="334022869" sldId="274"/>
            <ac:grpSpMk id="87" creationId="{BC659EEB-C3AE-4544-8263-417009DCDF41}"/>
          </ac:grpSpMkLst>
        </pc:grpChg>
        <pc:picChg chg="add mod ord">
          <ac:chgData name="Sidnei Gomes de Almeida Junior" userId="eec3f0bb295ba151" providerId="LiveId" clId="{45E38AC1-4B67-4187-9BEB-E7926C471F70}" dt="2021-09-25T16:09:06.226" v="694" actId="14100"/>
          <ac:picMkLst>
            <pc:docMk/>
            <pc:sldMk cId="334022869" sldId="274"/>
            <ac:picMk id="6146" creationId="{20366798-52E1-441C-82DD-9CED35A4277C}"/>
          </ac:picMkLst>
        </pc:picChg>
        <pc:picChg chg="add mod">
          <ac:chgData name="Sidnei Gomes de Almeida Junior" userId="eec3f0bb295ba151" providerId="LiveId" clId="{45E38AC1-4B67-4187-9BEB-E7926C471F70}" dt="2021-09-25T16:08:36.796" v="687" actId="26606"/>
          <ac:picMkLst>
            <pc:docMk/>
            <pc:sldMk cId="334022869" sldId="274"/>
            <ac:picMk id="6148" creationId="{63F5AAD3-2E6E-4510-9640-D755C72EE94E}"/>
          </ac:picMkLst>
        </pc:picChg>
        <pc:cxnChg chg="add">
          <ac:chgData name="Sidnei Gomes de Almeida Junior" userId="eec3f0bb295ba151" providerId="LiveId" clId="{45E38AC1-4B67-4187-9BEB-E7926C471F70}" dt="2021-09-25T16:08:36.796" v="687" actId="26606"/>
          <ac:cxnSpMkLst>
            <pc:docMk/>
            <pc:sldMk cId="334022869" sldId="274"/>
            <ac:cxnSpMk id="100" creationId="{14AA3B5C-0C55-4FFF-9C45-8F9F7C074A4E}"/>
          </ac:cxnSpMkLst>
        </pc:cxnChg>
      </pc:sldChg>
      <pc:sldChg chg="addSp delSp modSp new mod setBg">
        <pc:chgData name="Sidnei Gomes de Almeida Junior" userId="eec3f0bb295ba151" providerId="LiveId" clId="{45E38AC1-4B67-4187-9BEB-E7926C471F70}" dt="2021-09-25T16:10:07.495" v="701" actId="26606"/>
        <pc:sldMkLst>
          <pc:docMk/>
          <pc:sldMk cId="3907314708" sldId="275"/>
        </pc:sldMkLst>
        <pc:spChg chg="del">
          <ac:chgData name="Sidnei Gomes de Almeida Junior" userId="eec3f0bb295ba151" providerId="LiveId" clId="{45E38AC1-4B67-4187-9BEB-E7926C471F70}" dt="2021-09-25T16:10:00.792" v="697" actId="478"/>
          <ac:spMkLst>
            <pc:docMk/>
            <pc:sldMk cId="3907314708" sldId="275"/>
            <ac:spMk id="2" creationId="{FD2E4D20-1AA1-4589-AE3E-6DCC7B23EA4D}"/>
          </ac:spMkLst>
        </pc:spChg>
        <pc:spChg chg="del">
          <ac:chgData name="Sidnei Gomes de Almeida Junior" userId="eec3f0bb295ba151" providerId="LiveId" clId="{45E38AC1-4B67-4187-9BEB-E7926C471F70}" dt="2021-09-25T16:09:59.766" v="696" actId="478"/>
          <ac:spMkLst>
            <pc:docMk/>
            <pc:sldMk cId="3907314708" sldId="275"/>
            <ac:spMk id="3" creationId="{7D65143B-7D27-4C1C-9715-BEFDBACFDE26}"/>
          </ac:spMkLst>
        </pc:spChg>
        <pc:spChg chg="add del">
          <ac:chgData name="Sidnei Gomes de Almeida Junior" userId="eec3f0bb295ba151" providerId="LiveId" clId="{45E38AC1-4B67-4187-9BEB-E7926C471F70}" dt="2021-09-25T16:10:05.468" v="700" actId="26606"/>
          <ac:spMkLst>
            <pc:docMk/>
            <pc:sldMk cId="3907314708" sldId="275"/>
            <ac:spMk id="83" creationId="{03E8462A-FEBA-4848-81CC-3F8DA3E477BE}"/>
          </ac:spMkLst>
        </pc:spChg>
        <pc:spChg chg="add del">
          <ac:chgData name="Sidnei Gomes de Almeida Junior" userId="eec3f0bb295ba151" providerId="LiveId" clId="{45E38AC1-4B67-4187-9BEB-E7926C471F70}" dt="2021-09-25T16:10:05.468" v="700" actId="26606"/>
          <ac:spMkLst>
            <pc:docMk/>
            <pc:sldMk cId="3907314708" sldId="275"/>
            <ac:spMk id="96" creationId="{7941F9B1-B01B-4A84-89D9-B169AEB4E456}"/>
          </ac:spMkLst>
        </pc:spChg>
        <pc:spChg chg="add">
          <ac:chgData name="Sidnei Gomes de Almeida Junior" userId="eec3f0bb295ba151" providerId="LiveId" clId="{45E38AC1-4B67-4187-9BEB-E7926C471F70}" dt="2021-09-25T16:10:07.495" v="701" actId="26606"/>
          <ac:spMkLst>
            <pc:docMk/>
            <pc:sldMk cId="3907314708" sldId="275"/>
            <ac:spMk id="7173" creationId="{21029ED5-F105-4DD2-99C8-1E4422817978}"/>
          </ac:spMkLst>
        </pc:spChg>
        <pc:spChg chg="add">
          <ac:chgData name="Sidnei Gomes de Almeida Junior" userId="eec3f0bb295ba151" providerId="LiveId" clId="{45E38AC1-4B67-4187-9BEB-E7926C471F70}" dt="2021-09-25T16:10:07.495" v="701" actId="26606"/>
          <ac:spMkLst>
            <pc:docMk/>
            <pc:sldMk cId="3907314708" sldId="275"/>
            <ac:spMk id="7175" creationId="{5C9652B3-A450-4ED6-8FBF-F536BA60B4D8}"/>
          </ac:spMkLst>
        </pc:spChg>
        <pc:grpChg chg="add del">
          <ac:chgData name="Sidnei Gomes de Almeida Junior" userId="eec3f0bb295ba151" providerId="LiveId" clId="{45E38AC1-4B67-4187-9BEB-E7926C471F70}" dt="2021-09-25T16:10:05.468" v="700" actId="26606"/>
          <ac:grpSpMkLst>
            <pc:docMk/>
            <pc:sldMk cId="3907314708" sldId="275"/>
            <ac:grpSpMk id="71" creationId="{609316A9-990D-4EC3-A671-70EE5C1493A4}"/>
          </ac:grpSpMkLst>
        </pc:grpChg>
        <pc:grpChg chg="add del">
          <ac:chgData name="Sidnei Gomes de Almeida Junior" userId="eec3f0bb295ba151" providerId="LiveId" clId="{45E38AC1-4B67-4187-9BEB-E7926C471F70}" dt="2021-09-25T16:10:05.468" v="700" actId="26606"/>
          <ac:grpSpMkLst>
            <pc:docMk/>
            <pc:sldMk cId="3907314708" sldId="275"/>
            <ac:grpSpMk id="85" creationId="{2109F83F-40FE-4DB3-84CC-09FB3340D06D}"/>
          </ac:grpSpMkLst>
        </pc:grpChg>
        <pc:grpChg chg="add">
          <ac:chgData name="Sidnei Gomes de Almeida Junior" userId="eec3f0bb295ba151" providerId="LiveId" clId="{45E38AC1-4B67-4187-9BEB-E7926C471F70}" dt="2021-09-25T16:10:07.495" v="701" actId="26606"/>
          <ac:grpSpMkLst>
            <pc:docMk/>
            <pc:sldMk cId="3907314708" sldId="275"/>
            <ac:grpSpMk id="7172" creationId="{DDE8DE2B-61C1-46D5-BEB8-521321C182C4}"/>
          </ac:grpSpMkLst>
        </pc:grpChg>
        <pc:grpChg chg="add">
          <ac:chgData name="Sidnei Gomes de Almeida Junior" userId="eec3f0bb295ba151" providerId="LiveId" clId="{45E38AC1-4B67-4187-9BEB-E7926C471F70}" dt="2021-09-25T16:10:07.495" v="701" actId="26606"/>
          <ac:grpSpMkLst>
            <pc:docMk/>
            <pc:sldMk cId="3907314708" sldId="275"/>
            <ac:grpSpMk id="7174" creationId="{2D621E68-BF28-4A1C-B1A2-4E55E139E79A}"/>
          </ac:grpSpMkLst>
        </pc:grpChg>
        <pc:picChg chg="add mod">
          <ac:chgData name="Sidnei Gomes de Almeida Junior" userId="eec3f0bb295ba151" providerId="LiveId" clId="{45E38AC1-4B67-4187-9BEB-E7926C471F70}" dt="2021-09-25T16:10:07.495" v="701" actId="26606"/>
          <ac:picMkLst>
            <pc:docMk/>
            <pc:sldMk cId="3907314708" sldId="275"/>
            <ac:picMk id="7170" creationId="{48DACD86-BCCB-4121-89D8-14072AF28C02}"/>
          </ac:picMkLst>
        </pc:picChg>
      </pc:sldChg>
      <pc:sldChg chg="addSp delSp modSp new mod setBg">
        <pc:chgData name="Sidnei Gomes de Almeida Junior" userId="eec3f0bb295ba151" providerId="LiveId" clId="{45E38AC1-4B67-4187-9BEB-E7926C471F70}" dt="2021-09-25T16:12:00" v="714" actId="26606"/>
        <pc:sldMkLst>
          <pc:docMk/>
          <pc:sldMk cId="3431339868" sldId="276"/>
        </pc:sldMkLst>
        <pc:spChg chg="add del">
          <ac:chgData name="Sidnei Gomes de Almeida Junior" userId="eec3f0bb295ba151" providerId="LiveId" clId="{45E38AC1-4B67-4187-9BEB-E7926C471F70}" dt="2021-09-25T16:11:49.542" v="708" actId="478"/>
          <ac:spMkLst>
            <pc:docMk/>
            <pc:sldMk cId="3431339868" sldId="276"/>
            <ac:spMk id="2" creationId="{059C33EF-EAF2-4F11-AA61-24A573B4D86F}"/>
          </ac:spMkLst>
        </pc:spChg>
        <pc:spChg chg="del">
          <ac:chgData name="Sidnei Gomes de Almeida Junior" userId="eec3f0bb295ba151" providerId="LiveId" clId="{45E38AC1-4B67-4187-9BEB-E7926C471F70}" dt="2021-09-25T16:11:48.748" v="707" actId="478"/>
          <ac:spMkLst>
            <pc:docMk/>
            <pc:sldMk cId="3431339868" sldId="276"/>
            <ac:spMk id="3" creationId="{EEBD7485-700E-48D2-89CC-8EFC844F1DE6}"/>
          </ac:spMkLst>
        </pc:spChg>
        <pc:spChg chg="add del">
          <ac:chgData name="Sidnei Gomes de Almeida Junior" userId="eec3f0bb295ba151" providerId="LiveId" clId="{45E38AC1-4B67-4187-9BEB-E7926C471F70}" dt="2021-09-25T16:11:55.846" v="711" actId="26606"/>
          <ac:spMkLst>
            <pc:docMk/>
            <pc:sldMk cId="3431339868" sldId="276"/>
            <ac:spMk id="85" creationId="{41DC778F-EF1A-4C1B-B1AD-BA37A74E5DD7}"/>
          </ac:spMkLst>
        </pc:spChg>
        <pc:spChg chg="add del">
          <ac:chgData name="Sidnei Gomes de Almeida Junior" userId="eec3f0bb295ba151" providerId="LiveId" clId="{45E38AC1-4B67-4187-9BEB-E7926C471F70}" dt="2021-09-25T16:11:55.846" v="711" actId="26606"/>
          <ac:spMkLst>
            <pc:docMk/>
            <pc:sldMk cId="3431339868" sldId="276"/>
            <ac:spMk id="87" creationId="{613FCDB4-670C-4568-96EE-093382A9E682}"/>
          </ac:spMkLst>
        </pc:spChg>
        <pc:spChg chg="add del">
          <ac:chgData name="Sidnei Gomes de Almeida Junior" userId="eec3f0bb295ba151" providerId="LiveId" clId="{45E38AC1-4B67-4187-9BEB-E7926C471F70}" dt="2021-09-25T16:11:59.992" v="713" actId="26606"/>
          <ac:spMkLst>
            <pc:docMk/>
            <pc:sldMk cId="3431339868" sldId="276"/>
            <ac:spMk id="98" creationId="{7941F9B1-B01B-4A84-89D9-B169AEB4E456}"/>
          </ac:spMkLst>
        </pc:spChg>
        <pc:spChg chg="add del">
          <ac:chgData name="Sidnei Gomes de Almeida Junior" userId="eec3f0bb295ba151" providerId="LiveId" clId="{45E38AC1-4B67-4187-9BEB-E7926C471F70}" dt="2021-09-25T16:11:59.992" v="713" actId="26606"/>
          <ac:spMkLst>
            <pc:docMk/>
            <pc:sldMk cId="3431339868" sldId="276"/>
            <ac:spMk id="8199" creationId="{03E8462A-FEBA-4848-81CC-3F8DA3E477BE}"/>
          </ac:spMkLst>
        </pc:spChg>
        <pc:spChg chg="add">
          <ac:chgData name="Sidnei Gomes de Almeida Junior" userId="eec3f0bb295ba151" providerId="LiveId" clId="{45E38AC1-4B67-4187-9BEB-E7926C471F70}" dt="2021-09-25T16:12:00" v="714" actId="26606"/>
          <ac:spMkLst>
            <pc:docMk/>
            <pc:sldMk cId="3431339868" sldId="276"/>
            <ac:spMk id="8203" creationId="{41DC778F-EF1A-4C1B-B1AD-BA37A74E5DD7}"/>
          </ac:spMkLst>
        </pc:spChg>
        <pc:spChg chg="add">
          <ac:chgData name="Sidnei Gomes de Almeida Junior" userId="eec3f0bb295ba151" providerId="LiveId" clId="{45E38AC1-4B67-4187-9BEB-E7926C471F70}" dt="2021-09-25T16:12:00" v="714" actId="26606"/>
          <ac:spMkLst>
            <pc:docMk/>
            <pc:sldMk cId="3431339868" sldId="276"/>
            <ac:spMk id="8204" creationId="{613FCDB4-670C-4568-96EE-093382A9E682}"/>
          </ac:spMkLst>
        </pc:spChg>
        <pc:grpChg chg="add del">
          <ac:chgData name="Sidnei Gomes de Almeida Junior" userId="eec3f0bb295ba151" providerId="LiveId" clId="{45E38AC1-4B67-4187-9BEB-E7926C471F70}" dt="2021-09-25T16:11:55.846" v="711" actId="26606"/>
          <ac:grpSpMkLst>
            <pc:docMk/>
            <pc:sldMk cId="3431339868" sldId="276"/>
            <ac:grpSpMk id="73" creationId="{1E721C1C-25F9-4317-B872-2444BC5A8F88}"/>
          </ac:grpSpMkLst>
        </pc:grpChg>
        <pc:grpChg chg="add del">
          <ac:chgData name="Sidnei Gomes de Almeida Junior" userId="eec3f0bb295ba151" providerId="LiveId" clId="{45E38AC1-4B67-4187-9BEB-E7926C471F70}" dt="2021-09-25T16:11:59.992" v="713" actId="26606"/>
          <ac:grpSpMkLst>
            <pc:docMk/>
            <pc:sldMk cId="3431339868" sldId="276"/>
            <ac:grpSpMk id="8198" creationId="{5F054EF5-EFE6-45A2-834C-0F0931F39F1E}"/>
          </ac:grpSpMkLst>
        </pc:grpChg>
        <pc:grpChg chg="add del">
          <ac:chgData name="Sidnei Gomes de Almeida Junior" userId="eec3f0bb295ba151" providerId="LiveId" clId="{45E38AC1-4B67-4187-9BEB-E7926C471F70}" dt="2021-09-25T16:11:59.992" v="713" actId="26606"/>
          <ac:grpSpMkLst>
            <pc:docMk/>
            <pc:sldMk cId="3431339868" sldId="276"/>
            <ac:grpSpMk id="8200" creationId="{2109F83F-40FE-4DB3-84CC-09FB3340D06D}"/>
          </ac:grpSpMkLst>
        </pc:grpChg>
        <pc:grpChg chg="add">
          <ac:chgData name="Sidnei Gomes de Almeida Junior" userId="eec3f0bb295ba151" providerId="LiveId" clId="{45E38AC1-4B67-4187-9BEB-E7926C471F70}" dt="2021-09-25T16:12:00" v="714" actId="26606"/>
          <ac:grpSpMkLst>
            <pc:docMk/>
            <pc:sldMk cId="3431339868" sldId="276"/>
            <ac:grpSpMk id="8202" creationId="{1E721C1C-25F9-4317-B872-2444BC5A8F88}"/>
          </ac:grpSpMkLst>
        </pc:grpChg>
        <pc:picChg chg="add del">
          <ac:chgData name="Sidnei Gomes de Almeida Junior" userId="eec3f0bb295ba151" providerId="LiveId" clId="{45E38AC1-4B67-4187-9BEB-E7926C471F70}" dt="2021-09-25T16:11:46.345" v="706"/>
          <ac:picMkLst>
            <pc:docMk/>
            <pc:sldMk cId="3431339868" sldId="276"/>
            <ac:picMk id="8194" creationId="{FE6C6B7E-5AB4-4307-AB66-280D72F68B7C}"/>
          </ac:picMkLst>
        </pc:picChg>
        <pc:picChg chg="add mod">
          <ac:chgData name="Sidnei Gomes de Almeida Junior" userId="eec3f0bb295ba151" providerId="LiveId" clId="{45E38AC1-4B67-4187-9BEB-E7926C471F70}" dt="2021-09-25T16:12:00" v="714" actId="26606"/>
          <ac:picMkLst>
            <pc:docMk/>
            <pc:sldMk cId="3431339868" sldId="276"/>
            <ac:picMk id="8196" creationId="{7FC16387-8256-4321-A937-4C50B0266C5D}"/>
          </ac:picMkLst>
        </pc:picChg>
      </pc:sldChg>
      <pc:sldChg chg="modSp new mod ord">
        <pc:chgData name="Sidnei Gomes de Almeida Junior" userId="eec3f0bb295ba151" providerId="LiveId" clId="{45E38AC1-4B67-4187-9BEB-E7926C471F70}" dt="2021-09-25T16:42:35.477" v="1470" actId="20577"/>
        <pc:sldMkLst>
          <pc:docMk/>
          <pc:sldMk cId="2132793597" sldId="277"/>
        </pc:sldMkLst>
        <pc:spChg chg="mod">
          <ac:chgData name="Sidnei Gomes de Almeida Junior" userId="eec3f0bb295ba151" providerId="LiveId" clId="{45E38AC1-4B67-4187-9BEB-E7926C471F70}" dt="2021-09-25T16:20:51.563" v="991" actId="1076"/>
          <ac:spMkLst>
            <pc:docMk/>
            <pc:sldMk cId="2132793597" sldId="277"/>
            <ac:spMk id="2" creationId="{BA66C03B-E915-4915-9C7D-C5DAA48F4A19}"/>
          </ac:spMkLst>
        </pc:spChg>
        <pc:spChg chg="mod">
          <ac:chgData name="Sidnei Gomes de Almeida Junior" userId="eec3f0bb295ba151" providerId="LiveId" clId="{45E38AC1-4B67-4187-9BEB-E7926C471F70}" dt="2021-09-25T16:42:35.477" v="1470" actId="20577"/>
          <ac:spMkLst>
            <pc:docMk/>
            <pc:sldMk cId="2132793597" sldId="277"/>
            <ac:spMk id="3" creationId="{637FD613-5EBF-4BCC-92F0-1BA5B8AA010F}"/>
          </ac:spMkLst>
        </pc:spChg>
      </pc:sldChg>
      <pc:sldChg chg="addSp delSp modSp add mod ord setBg setClrOvrMap">
        <pc:chgData name="Sidnei Gomes de Almeida Junior" userId="eec3f0bb295ba151" providerId="LiveId" clId="{45E38AC1-4B67-4187-9BEB-E7926C471F70}" dt="2021-09-25T16:17:00.633" v="738" actId="166"/>
        <pc:sldMkLst>
          <pc:docMk/>
          <pc:sldMk cId="543754106" sldId="278"/>
        </pc:sldMkLst>
        <pc:spChg chg="del mod ord">
          <ac:chgData name="Sidnei Gomes de Almeida Junior" userId="eec3f0bb295ba151" providerId="LiveId" clId="{45E38AC1-4B67-4187-9BEB-E7926C471F70}" dt="2021-09-25T16:16:15.664" v="731" actId="478"/>
          <ac:spMkLst>
            <pc:docMk/>
            <pc:sldMk cId="543754106" sldId="278"/>
            <ac:spMk id="2" creationId="{DD087500-C467-46F3-A718-3F75F48CE238}"/>
          </ac:spMkLst>
        </pc:spChg>
        <pc:spChg chg="del">
          <ac:chgData name="Sidnei Gomes de Almeida Junior" userId="eec3f0bb295ba151" providerId="LiveId" clId="{45E38AC1-4B67-4187-9BEB-E7926C471F70}" dt="2021-09-25T16:15:18.483" v="721" actId="478"/>
          <ac:spMkLst>
            <pc:docMk/>
            <pc:sldMk cId="543754106" sldId="278"/>
            <ac:spMk id="3" creationId="{6C5739AD-22B6-4640-8B9E-F662F8F9F251}"/>
          </ac:spMkLst>
        </pc:spChg>
        <pc:spChg chg="add del mod">
          <ac:chgData name="Sidnei Gomes de Almeida Junior" userId="eec3f0bb295ba151" providerId="LiveId" clId="{45E38AC1-4B67-4187-9BEB-E7926C471F70}" dt="2021-09-25T16:15:20.901" v="722" actId="478"/>
          <ac:spMkLst>
            <pc:docMk/>
            <pc:sldMk cId="543754106" sldId="278"/>
            <ac:spMk id="5" creationId="{01D7813D-1EB5-4C52-8816-3AD49D00330B}"/>
          </ac:spMkLst>
        </pc:spChg>
        <pc:spChg chg="add del mod">
          <ac:chgData name="Sidnei Gomes de Almeida Junior" userId="eec3f0bb295ba151" providerId="LiveId" clId="{45E38AC1-4B67-4187-9BEB-E7926C471F70}" dt="2021-09-25T16:16:25.324" v="733" actId="478"/>
          <ac:spMkLst>
            <pc:docMk/>
            <pc:sldMk cId="543754106" sldId="278"/>
            <ac:spMk id="7" creationId="{130E2CC8-0BDD-4661-99EA-9B6F49A1FD0C}"/>
          </ac:spMkLst>
        </pc:spChg>
        <pc:spChg chg="add">
          <ac:chgData name="Sidnei Gomes de Almeida Junior" userId="eec3f0bb295ba151" providerId="LiveId" clId="{45E38AC1-4B67-4187-9BEB-E7926C471F70}" dt="2021-09-25T16:16:12.192" v="730" actId="26606"/>
          <ac:spMkLst>
            <pc:docMk/>
            <pc:sldMk cId="543754106" sldId="278"/>
            <ac:spMk id="135" creationId="{7815DC60-3142-4171-B7AD-13B6FD265C6B}"/>
          </ac:spMkLst>
        </pc:spChg>
        <pc:spChg chg="add">
          <ac:chgData name="Sidnei Gomes de Almeida Junior" userId="eec3f0bb295ba151" providerId="LiveId" clId="{45E38AC1-4B67-4187-9BEB-E7926C471F70}" dt="2021-09-25T16:16:12.192" v="730" actId="26606"/>
          <ac:spMkLst>
            <pc:docMk/>
            <pc:sldMk cId="543754106" sldId="278"/>
            <ac:spMk id="137" creationId="{3A459D44-E95C-4AB2-9D79-7C182560C4A9}"/>
          </ac:spMkLst>
        </pc:spChg>
        <pc:picChg chg="mod ord">
          <ac:chgData name="Sidnei Gomes de Almeida Junior" userId="eec3f0bb295ba151" providerId="LiveId" clId="{45E38AC1-4B67-4187-9BEB-E7926C471F70}" dt="2021-09-25T16:17:00.633" v="738" actId="166"/>
          <ac:picMkLst>
            <pc:docMk/>
            <pc:sldMk cId="543754106" sldId="278"/>
            <ac:picMk id="1026" creationId="{8617ED22-ADE9-4B73-8AD4-8EA47689C1E5}"/>
          </ac:picMkLst>
        </pc:picChg>
        <pc:picChg chg="add mod">
          <ac:chgData name="Sidnei Gomes de Almeida Junior" userId="eec3f0bb295ba151" providerId="LiveId" clId="{45E38AC1-4B67-4187-9BEB-E7926C471F70}" dt="2021-09-25T16:16:12.192" v="730" actId="26606"/>
          <ac:picMkLst>
            <pc:docMk/>
            <pc:sldMk cId="543754106" sldId="278"/>
            <ac:picMk id="9218" creationId="{5666EC18-85D3-4D12-B63E-13FAC11F8878}"/>
          </ac:picMkLst>
        </pc:picChg>
      </pc:sldChg>
      <pc:sldChg chg="addSp delSp modSp new mod setBg">
        <pc:chgData name="Sidnei Gomes de Almeida Junior" userId="eec3f0bb295ba151" providerId="LiveId" clId="{45E38AC1-4B67-4187-9BEB-E7926C471F70}" dt="2021-09-25T16:34:14.333" v="1057" actId="26606"/>
        <pc:sldMkLst>
          <pc:docMk/>
          <pc:sldMk cId="3938519888" sldId="279"/>
        </pc:sldMkLst>
        <pc:spChg chg="add del">
          <ac:chgData name="Sidnei Gomes de Almeida Junior" userId="eec3f0bb295ba151" providerId="LiveId" clId="{45E38AC1-4B67-4187-9BEB-E7926C471F70}" dt="2021-09-25T16:34:12.688" v="1056" actId="478"/>
          <ac:spMkLst>
            <pc:docMk/>
            <pc:sldMk cId="3938519888" sldId="279"/>
            <ac:spMk id="2" creationId="{EFADF373-C27F-499A-9F29-D09B692E1C83}"/>
          </ac:spMkLst>
        </pc:spChg>
        <pc:spChg chg="del">
          <ac:chgData name="Sidnei Gomes de Almeida Junior" userId="eec3f0bb295ba151" providerId="LiveId" clId="{45E38AC1-4B67-4187-9BEB-E7926C471F70}" dt="2021-09-25T16:34:05.165" v="1055"/>
          <ac:spMkLst>
            <pc:docMk/>
            <pc:sldMk cId="3938519888" sldId="279"/>
            <ac:spMk id="3" creationId="{39CCC119-9F41-49FB-980E-92AAAF6590AF}"/>
          </ac:spMkLst>
        </pc:spChg>
        <pc:spChg chg="add">
          <ac:chgData name="Sidnei Gomes de Almeida Junior" userId="eec3f0bb295ba151" providerId="LiveId" clId="{45E38AC1-4B67-4187-9BEB-E7926C471F70}" dt="2021-09-25T16:34:14.333" v="1057" actId="26606"/>
          <ac:spMkLst>
            <pc:docMk/>
            <pc:sldMk cId="3938519888" sldId="279"/>
            <ac:spMk id="83" creationId="{377F545A-A4BF-4D23-B82E-2D33535D6006}"/>
          </ac:spMkLst>
        </pc:spChg>
        <pc:grpChg chg="add">
          <ac:chgData name="Sidnei Gomes de Almeida Junior" userId="eec3f0bb295ba151" providerId="LiveId" clId="{45E38AC1-4B67-4187-9BEB-E7926C471F70}" dt="2021-09-25T16:34:14.333" v="1057" actId="26606"/>
          <ac:grpSpMkLst>
            <pc:docMk/>
            <pc:sldMk cId="3938519888" sldId="279"/>
            <ac:grpSpMk id="71" creationId="{1E721C1C-25F9-4317-B872-2444BC5A8F88}"/>
          </ac:grpSpMkLst>
        </pc:grpChg>
        <pc:picChg chg="add mod">
          <ac:chgData name="Sidnei Gomes de Almeida Junior" userId="eec3f0bb295ba151" providerId="LiveId" clId="{45E38AC1-4B67-4187-9BEB-E7926C471F70}" dt="2021-09-25T16:34:14.333" v="1057" actId="26606"/>
          <ac:picMkLst>
            <pc:docMk/>
            <pc:sldMk cId="3938519888" sldId="279"/>
            <ac:picMk id="10242" creationId="{15338A59-05DB-4E8B-854A-07461A12361B}"/>
          </ac:picMkLst>
        </pc:picChg>
      </pc:sldChg>
      <pc:sldChg chg="modSp add mod">
        <pc:chgData name="Sidnei Gomes de Almeida Junior" userId="eec3f0bb295ba151" providerId="LiveId" clId="{45E38AC1-4B67-4187-9BEB-E7926C471F70}" dt="2021-09-25T16:23:03.397" v="1054" actId="14100"/>
        <pc:sldMkLst>
          <pc:docMk/>
          <pc:sldMk cId="2936120685" sldId="280"/>
        </pc:sldMkLst>
        <pc:spChg chg="mod">
          <ac:chgData name="Sidnei Gomes de Almeida Junior" userId="eec3f0bb295ba151" providerId="LiveId" clId="{45E38AC1-4B67-4187-9BEB-E7926C471F70}" dt="2021-09-25T16:22:02.539" v="1014" actId="404"/>
          <ac:spMkLst>
            <pc:docMk/>
            <pc:sldMk cId="2936120685" sldId="280"/>
            <ac:spMk id="2" creationId="{BA66C03B-E915-4915-9C7D-C5DAA48F4A19}"/>
          </ac:spMkLst>
        </pc:spChg>
        <pc:spChg chg="mod">
          <ac:chgData name="Sidnei Gomes de Almeida Junior" userId="eec3f0bb295ba151" providerId="LiveId" clId="{45E38AC1-4B67-4187-9BEB-E7926C471F70}" dt="2021-09-25T16:23:03.397" v="1054" actId="14100"/>
          <ac:spMkLst>
            <pc:docMk/>
            <pc:sldMk cId="2936120685" sldId="280"/>
            <ac:spMk id="3" creationId="{637FD613-5EBF-4BCC-92F0-1BA5B8AA010F}"/>
          </ac:spMkLst>
        </pc:spChg>
      </pc:sldChg>
      <pc:sldChg chg="delSp modSp new mod">
        <pc:chgData name="Sidnei Gomes de Almeida Junior" userId="eec3f0bb295ba151" providerId="LiveId" clId="{45E38AC1-4B67-4187-9BEB-E7926C471F70}" dt="2021-09-25T16:35:47.807" v="1105" actId="20577"/>
        <pc:sldMkLst>
          <pc:docMk/>
          <pc:sldMk cId="616406703" sldId="281"/>
        </pc:sldMkLst>
        <pc:spChg chg="mod">
          <ac:chgData name="Sidnei Gomes de Almeida Junior" userId="eec3f0bb295ba151" providerId="LiveId" clId="{45E38AC1-4B67-4187-9BEB-E7926C471F70}" dt="2021-09-25T16:35:47.807" v="1105" actId="20577"/>
          <ac:spMkLst>
            <pc:docMk/>
            <pc:sldMk cId="616406703" sldId="281"/>
            <ac:spMk id="2" creationId="{AB29E9E7-B6ED-49B4-B48D-7C01A2C7DE65}"/>
          </ac:spMkLst>
        </pc:spChg>
        <pc:spChg chg="del">
          <ac:chgData name="Sidnei Gomes de Almeida Junior" userId="eec3f0bb295ba151" providerId="LiveId" clId="{45E38AC1-4B67-4187-9BEB-E7926C471F70}" dt="2021-09-25T16:34:54.268" v="1060" actId="478"/>
          <ac:spMkLst>
            <pc:docMk/>
            <pc:sldMk cId="616406703" sldId="281"/>
            <ac:spMk id="3" creationId="{7A6AC181-87B6-46C6-AB07-0BBBC8D2CDCE}"/>
          </ac:spMkLst>
        </pc:spChg>
      </pc:sldChg>
      <pc:sldChg chg="addSp delSp modSp new mod">
        <pc:chgData name="Sidnei Gomes de Almeida Junior" userId="eec3f0bb295ba151" providerId="LiveId" clId="{45E38AC1-4B67-4187-9BEB-E7926C471F70}" dt="2021-09-25T16:42:47.217" v="1482" actId="6549"/>
        <pc:sldMkLst>
          <pc:docMk/>
          <pc:sldMk cId="2209098832" sldId="282"/>
        </pc:sldMkLst>
        <pc:spChg chg="mod">
          <ac:chgData name="Sidnei Gomes de Almeida Junior" userId="eec3f0bb295ba151" providerId="LiveId" clId="{45E38AC1-4B67-4187-9BEB-E7926C471F70}" dt="2021-09-25T16:36:38.388" v="1124" actId="20577"/>
          <ac:spMkLst>
            <pc:docMk/>
            <pc:sldMk cId="2209098832" sldId="282"/>
            <ac:spMk id="2" creationId="{8A5163CC-B827-416D-BEC1-C7EFF8A0A26B}"/>
          </ac:spMkLst>
        </pc:spChg>
        <pc:spChg chg="del">
          <ac:chgData name="Sidnei Gomes de Almeida Junior" userId="eec3f0bb295ba151" providerId="LiveId" clId="{45E38AC1-4B67-4187-9BEB-E7926C471F70}" dt="2021-09-25T16:36:47.088" v="1125" actId="478"/>
          <ac:spMkLst>
            <pc:docMk/>
            <pc:sldMk cId="2209098832" sldId="282"/>
            <ac:spMk id="3" creationId="{42DFEAC8-112D-48F2-8B58-3F17901ECA34}"/>
          </ac:spMkLst>
        </pc:spChg>
        <pc:spChg chg="add mod">
          <ac:chgData name="Sidnei Gomes de Almeida Junior" userId="eec3f0bb295ba151" providerId="LiveId" clId="{45E38AC1-4B67-4187-9BEB-E7926C471F70}" dt="2021-09-25T16:42:47.217" v="1482" actId="6549"/>
          <ac:spMkLst>
            <pc:docMk/>
            <pc:sldMk cId="2209098832" sldId="282"/>
            <ac:spMk id="4" creationId="{AC8418FF-F866-45E6-9FF5-E3282B9352C1}"/>
          </ac:spMkLst>
        </pc:spChg>
      </pc:sldChg>
      <pc:sldChg chg="modSp new mod">
        <pc:chgData name="Sidnei Gomes de Almeida Junior" userId="eec3f0bb295ba151" providerId="LiveId" clId="{45E38AC1-4B67-4187-9BEB-E7926C471F70}" dt="2021-09-25T16:41:53.722" v="1455" actId="403"/>
        <pc:sldMkLst>
          <pc:docMk/>
          <pc:sldMk cId="2766550371" sldId="283"/>
        </pc:sldMkLst>
        <pc:spChg chg="mod">
          <ac:chgData name="Sidnei Gomes de Almeida Junior" userId="eec3f0bb295ba151" providerId="LiveId" clId="{45E38AC1-4B67-4187-9BEB-E7926C471F70}" dt="2021-09-25T16:41:53.722" v="1455" actId="403"/>
          <ac:spMkLst>
            <pc:docMk/>
            <pc:sldMk cId="2766550371" sldId="283"/>
            <ac:spMk id="2" creationId="{6ADDA071-6A26-461D-8D69-6F1CC864336D}"/>
          </ac:spMkLst>
        </pc:spChg>
        <pc:spChg chg="mod">
          <ac:chgData name="Sidnei Gomes de Almeida Junior" userId="eec3f0bb295ba151" providerId="LiveId" clId="{45E38AC1-4B67-4187-9BEB-E7926C471F70}" dt="2021-09-25T16:41:48.982" v="1453" actId="403"/>
          <ac:spMkLst>
            <pc:docMk/>
            <pc:sldMk cId="2766550371" sldId="283"/>
            <ac:spMk id="3" creationId="{AE1A4B7B-A4BA-4DEE-8662-E8C919C58036}"/>
          </ac:spMkLst>
        </pc:spChg>
      </pc:sldChg>
      <pc:sldChg chg="modSp new mod">
        <pc:chgData name="Sidnei Gomes de Almeida Junior" userId="eec3f0bb295ba151" providerId="LiveId" clId="{45E38AC1-4B67-4187-9BEB-E7926C471F70}" dt="2021-09-25T16:56:52.200" v="1853" actId="404"/>
        <pc:sldMkLst>
          <pc:docMk/>
          <pc:sldMk cId="2555889862" sldId="284"/>
        </pc:sldMkLst>
        <pc:spChg chg="mod">
          <ac:chgData name="Sidnei Gomes de Almeida Junior" userId="eec3f0bb295ba151" providerId="LiveId" clId="{45E38AC1-4B67-4187-9BEB-E7926C471F70}" dt="2021-09-25T16:50:10.844" v="1616" actId="1076"/>
          <ac:spMkLst>
            <pc:docMk/>
            <pc:sldMk cId="2555889862" sldId="284"/>
            <ac:spMk id="2" creationId="{C67ED843-5B36-45D8-8A30-2DEB4EA47A93}"/>
          </ac:spMkLst>
        </pc:spChg>
        <pc:spChg chg="mod">
          <ac:chgData name="Sidnei Gomes de Almeida Junior" userId="eec3f0bb295ba151" providerId="LiveId" clId="{45E38AC1-4B67-4187-9BEB-E7926C471F70}" dt="2021-09-25T16:56:52.200" v="1853" actId="404"/>
          <ac:spMkLst>
            <pc:docMk/>
            <pc:sldMk cId="2555889862" sldId="284"/>
            <ac:spMk id="3" creationId="{E0BF1E6D-1BFA-4D8A-A23B-2313C5A320C7}"/>
          </ac:spMkLst>
        </pc:spChg>
      </pc:sldChg>
      <pc:sldChg chg="addSp delSp modSp new mod setBg">
        <pc:chgData name="Sidnei Gomes de Almeida Junior" userId="eec3f0bb295ba151" providerId="LiveId" clId="{45E38AC1-4B67-4187-9BEB-E7926C471F70}" dt="2021-09-25T16:58:08.773" v="1858" actId="26606"/>
        <pc:sldMkLst>
          <pc:docMk/>
          <pc:sldMk cId="1286584331" sldId="285"/>
        </pc:sldMkLst>
        <pc:spChg chg="del">
          <ac:chgData name="Sidnei Gomes de Almeida Junior" userId="eec3f0bb295ba151" providerId="LiveId" clId="{45E38AC1-4B67-4187-9BEB-E7926C471F70}" dt="2021-09-25T16:57:28.434" v="1855" actId="478"/>
          <ac:spMkLst>
            <pc:docMk/>
            <pc:sldMk cId="1286584331" sldId="285"/>
            <ac:spMk id="2" creationId="{0BDF18AD-95BF-4021-B69F-B6268AE45514}"/>
          </ac:spMkLst>
        </pc:spChg>
        <pc:spChg chg="del">
          <ac:chgData name="Sidnei Gomes de Almeida Junior" userId="eec3f0bb295ba151" providerId="LiveId" clId="{45E38AC1-4B67-4187-9BEB-E7926C471F70}" dt="2021-09-25T16:57:27.263" v="1854" actId="478"/>
          <ac:spMkLst>
            <pc:docMk/>
            <pc:sldMk cId="1286584331" sldId="285"/>
            <ac:spMk id="3" creationId="{C8EE91EE-C95D-4E96-A4B3-B3AC61262BF1}"/>
          </ac:spMkLst>
        </pc:spChg>
        <pc:spChg chg="add">
          <ac:chgData name="Sidnei Gomes de Almeida Junior" userId="eec3f0bb295ba151" providerId="LiveId" clId="{45E38AC1-4B67-4187-9BEB-E7926C471F70}" dt="2021-09-25T16:58:08.773" v="1858" actId="26606"/>
          <ac:spMkLst>
            <pc:docMk/>
            <pc:sldMk cId="1286584331" sldId="285"/>
            <ac:spMk id="85" creationId="{7459C506-5F4B-4B75-9218-C7C3F87FA8D3}"/>
          </ac:spMkLst>
        </pc:spChg>
        <pc:spChg chg="add">
          <ac:chgData name="Sidnei Gomes de Almeida Junior" userId="eec3f0bb295ba151" providerId="LiveId" clId="{45E38AC1-4B67-4187-9BEB-E7926C471F70}" dt="2021-09-25T16:58:08.773" v="1858" actId="26606"/>
          <ac:spMkLst>
            <pc:docMk/>
            <pc:sldMk cId="1286584331" sldId="285"/>
            <ac:spMk id="98" creationId="{4E74DA95-CD7A-4D5E-9D27-67A759CE708D}"/>
          </ac:spMkLst>
        </pc:spChg>
        <pc:grpChg chg="add">
          <ac:chgData name="Sidnei Gomes de Almeida Junior" userId="eec3f0bb295ba151" providerId="LiveId" clId="{45E38AC1-4B67-4187-9BEB-E7926C471F70}" dt="2021-09-25T16:58:08.773" v="1858" actId="26606"/>
          <ac:grpSpMkLst>
            <pc:docMk/>
            <pc:sldMk cId="1286584331" sldId="285"/>
            <ac:grpSpMk id="73" creationId="{7664F850-BA8B-47AE-B11A-225CAB8969F1}"/>
          </ac:grpSpMkLst>
        </pc:grpChg>
        <pc:grpChg chg="add">
          <ac:chgData name="Sidnei Gomes de Almeida Junior" userId="eec3f0bb295ba151" providerId="LiveId" clId="{45E38AC1-4B67-4187-9BEB-E7926C471F70}" dt="2021-09-25T16:58:08.773" v="1858" actId="26606"/>
          <ac:grpSpMkLst>
            <pc:docMk/>
            <pc:sldMk cId="1286584331" sldId="285"/>
            <ac:grpSpMk id="87" creationId="{BC659EEB-C3AE-4544-8263-417009DCDF41}"/>
          </ac:grpSpMkLst>
        </pc:grpChg>
        <pc:picChg chg="add mod">
          <ac:chgData name="Sidnei Gomes de Almeida Junior" userId="eec3f0bb295ba151" providerId="LiveId" clId="{45E38AC1-4B67-4187-9BEB-E7926C471F70}" dt="2021-09-25T16:58:08.773" v="1858" actId="26606"/>
          <ac:picMkLst>
            <pc:docMk/>
            <pc:sldMk cId="1286584331" sldId="285"/>
            <ac:picMk id="13314" creationId="{7E288C60-C36C-4242-B23C-3753B113D2A6}"/>
          </ac:picMkLst>
        </pc:picChg>
        <pc:picChg chg="add mod">
          <ac:chgData name="Sidnei Gomes de Almeida Junior" userId="eec3f0bb295ba151" providerId="LiveId" clId="{45E38AC1-4B67-4187-9BEB-E7926C471F70}" dt="2021-09-25T16:58:08.773" v="1858" actId="26606"/>
          <ac:picMkLst>
            <pc:docMk/>
            <pc:sldMk cId="1286584331" sldId="285"/>
            <ac:picMk id="13316" creationId="{9E6537A8-FCE6-4CA9-868C-DF94395B8324}"/>
          </ac:picMkLst>
        </pc:picChg>
        <pc:cxnChg chg="add">
          <ac:chgData name="Sidnei Gomes de Almeida Junior" userId="eec3f0bb295ba151" providerId="LiveId" clId="{45E38AC1-4B67-4187-9BEB-E7926C471F70}" dt="2021-09-25T16:58:08.773" v="1858" actId="26606"/>
          <ac:cxnSpMkLst>
            <pc:docMk/>
            <pc:sldMk cId="1286584331" sldId="285"/>
            <ac:cxnSpMk id="100" creationId="{14AA3B5C-0C55-4FFF-9C45-8F9F7C074A4E}"/>
          </ac:cxnSpMkLst>
        </pc:cxnChg>
      </pc:sldChg>
      <pc:sldChg chg="modSp new mod">
        <pc:chgData name="Sidnei Gomes de Almeida Junior" userId="eec3f0bb295ba151" providerId="LiveId" clId="{45E38AC1-4B67-4187-9BEB-E7926C471F70}" dt="2021-09-25T17:01:18.124" v="2036" actId="403"/>
        <pc:sldMkLst>
          <pc:docMk/>
          <pc:sldMk cId="3566713653" sldId="286"/>
        </pc:sldMkLst>
        <pc:spChg chg="mod">
          <ac:chgData name="Sidnei Gomes de Almeida Junior" userId="eec3f0bb295ba151" providerId="LiveId" clId="{45E38AC1-4B67-4187-9BEB-E7926C471F70}" dt="2021-09-25T17:01:18.124" v="2036" actId="403"/>
          <ac:spMkLst>
            <pc:docMk/>
            <pc:sldMk cId="3566713653" sldId="286"/>
            <ac:spMk id="2" creationId="{B0C79561-AB32-49A8-858C-294E696A093E}"/>
          </ac:spMkLst>
        </pc:spChg>
        <pc:spChg chg="mod">
          <ac:chgData name="Sidnei Gomes de Almeida Junior" userId="eec3f0bb295ba151" providerId="LiveId" clId="{45E38AC1-4B67-4187-9BEB-E7926C471F70}" dt="2021-09-25T17:01:13.245" v="2035" actId="14100"/>
          <ac:spMkLst>
            <pc:docMk/>
            <pc:sldMk cId="3566713653" sldId="286"/>
            <ac:spMk id="3" creationId="{C3240481-CFE8-467E-AF6D-2DF293BB3C15}"/>
          </ac:spMkLst>
        </pc:spChg>
      </pc:sldChg>
      <pc:sldChg chg="addSp delSp modSp new mod">
        <pc:chgData name="Sidnei Gomes de Almeida Junior" userId="eec3f0bb295ba151" providerId="LiveId" clId="{45E38AC1-4B67-4187-9BEB-E7926C471F70}" dt="2021-09-25T16:47:26.358" v="1498" actId="1076"/>
        <pc:sldMkLst>
          <pc:docMk/>
          <pc:sldMk cId="2435666248" sldId="287"/>
        </pc:sldMkLst>
        <pc:spChg chg="del">
          <ac:chgData name="Sidnei Gomes de Almeida Junior" userId="eec3f0bb295ba151" providerId="LiveId" clId="{45E38AC1-4B67-4187-9BEB-E7926C471F70}" dt="2021-09-25T16:46:58.046" v="1488" actId="478"/>
          <ac:spMkLst>
            <pc:docMk/>
            <pc:sldMk cId="2435666248" sldId="287"/>
            <ac:spMk id="2" creationId="{354B3B93-6A38-4440-B0C0-0FB82CAF0FE9}"/>
          </ac:spMkLst>
        </pc:spChg>
        <pc:spChg chg="del">
          <ac:chgData name="Sidnei Gomes de Almeida Junior" userId="eec3f0bb295ba151" providerId="LiveId" clId="{45E38AC1-4B67-4187-9BEB-E7926C471F70}" dt="2021-09-25T16:46:56.377" v="1487" actId="478"/>
          <ac:spMkLst>
            <pc:docMk/>
            <pc:sldMk cId="2435666248" sldId="287"/>
            <ac:spMk id="3" creationId="{141F4A64-B685-4F2F-9D15-996BC93DD358}"/>
          </ac:spMkLst>
        </pc:spChg>
        <pc:picChg chg="add mod">
          <ac:chgData name="Sidnei Gomes de Almeida Junior" userId="eec3f0bb295ba151" providerId="LiveId" clId="{45E38AC1-4B67-4187-9BEB-E7926C471F70}" dt="2021-09-25T16:47:23.106" v="1497" actId="1076"/>
          <ac:picMkLst>
            <pc:docMk/>
            <pc:sldMk cId="2435666248" sldId="287"/>
            <ac:picMk id="11266" creationId="{A68394B7-E9D6-4825-88F5-A768EC95B8AE}"/>
          </ac:picMkLst>
        </pc:picChg>
        <pc:picChg chg="add mod">
          <ac:chgData name="Sidnei Gomes de Almeida Junior" userId="eec3f0bb295ba151" providerId="LiveId" clId="{45E38AC1-4B67-4187-9BEB-E7926C471F70}" dt="2021-09-25T16:47:26.358" v="1498" actId="1076"/>
          <ac:picMkLst>
            <pc:docMk/>
            <pc:sldMk cId="2435666248" sldId="287"/>
            <ac:picMk id="11268" creationId="{DD44A32A-256E-4FF4-B7E3-3EB8A4B79741}"/>
          </ac:picMkLst>
        </pc:picChg>
      </pc:sldChg>
      <pc:sldChg chg="addSp delSp modSp new mod setBg">
        <pc:chgData name="Sidnei Gomes de Almeida Junior" userId="eec3f0bb295ba151" providerId="LiveId" clId="{45E38AC1-4B67-4187-9BEB-E7926C471F70}" dt="2021-09-25T16:53:30.223" v="1757" actId="26606"/>
        <pc:sldMkLst>
          <pc:docMk/>
          <pc:sldMk cId="2771980360" sldId="288"/>
        </pc:sldMkLst>
        <pc:spChg chg="del">
          <ac:chgData name="Sidnei Gomes de Almeida Junior" userId="eec3f0bb295ba151" providerId="LiveId" clId="{45E38AC1-4B67-4187-9BEB-E7926C471F70}" dt="2021-09-25T16:52:06.428" v="1744" actId="478"/>
          <ac:spMkLst>
            <pc:docMk/>
            <pc:sldMk cId="2771980360" sldId="288"/>
            <ac:spMk id="2" creationId="{8003C229-6E08-41F7-A082-913A4BCF0BB3}"/>
          </ac:spMkLst>
        </pc:spChg>
        <pc:spChg chg="del">
          <ac:chgData name="Sidnei Gomes de Almeida Junior" userId="eec3f0bb295ba151" providerId="LiveId" clId="{45E38AC1-4B67-4187-9BEB-E7926C471F70}" dt="2021-09-25T16:52:04.763" v="1743" actId="478"/>
          <ac:spMkLst>
            <pc:docMk/>
            <pc:sldMk cId="2771980360" sldId="288"/>
            <ac:spMk id="3" creationId="{D9D46CB2-690C-4702-B6E8-541EEEC732F6}"/>
          </ac:spMkLst>
        </pc:spChg>
        <pc:spChg chg="add del">
          <ac:chgData name="Sidnei Gomes de Almeida Junior" userId="eec3f0bb295ba151" providerId="LiveId" clId="{45E38AC1-4B67-4187-9BEB-E7926C471F70}" dt="2021-09-25T16:53:17.719" v="1748" actId="26606"/>
          <ac:spMkLst>
            <pc:docMk/>
            <pc:sldMk cId="2771980360" sldId="288"/>
            <ac:spMk id="83" creationId="{377F545A-A4BF-4D23-B82E-2D33535D6006}"/>
          </ac:spMkLst>
        </pc:spChg>
        <pc:spChg chg="add del">
          <ac:chgData name="Sidnei Gomes de Almeida Junior" userId="eec3f0bb295ba151" providerId="LiveId" clId="{45E38AC1-4B67-4187-9BEB-E7926C471F70}" dt="2021-09-25T16:53:23.041" v="1750" actId="26606"/>
          <ac:spMkLst>
            <pc:docMk/>
            <pc:sldMk cId="2771980360" sldId="288"/>
            <ac:spMk id="96" creationId="{7941F9B1-B01B-4A84-89D9-B169AEB4E456}"/>
          </ac:spMkLst>
        </pc:spChg>
        <pc:spChg chg="add del">
          <ac:chgData name="Sidnei Gomes de Almeida Junior" userId="eec3f0bb295ba151" providerId="LiveId" clId="{45E38AC1-4B67-4187-9BEB-E7926C471F70}" dt="2021-09-25T16:53:23.041" v="1750" actId="26606"/>
          <ac:spMkLst>
            <pc:docMk/>
            <pc:sldMk cId="2771980360" sldId="288"/>
            <ac:spMk id="12293" creationId="{03E8462A-FEBA-4848-81CC-3F8DA3E477BE}"/>
          </ac:spMkLst>
        </pc:spChg>
        <pc:spChg chg="add del">
          <ac:chgData name="Sidnei Gomes de Almeida Junior" userId="eec3f0bb295ba151" providerId="LiveId" clId="{45E38AC1-4B67-4187-9BEB-E7926C471F70}" dt="2021-09-25T16:53:25.203" v="1752" actId="26606"/>
          <ac:spMkLst>
            <pc:docMk/>
            <pc:sldMk cId="2771980360" sldId="288"/>
            <ac:spMk id="12296" creationId="{21029ED5-F105-4DD2-99C8-1E4422817978}"/>
          </ac:spMkLst>
        </pc:spChg>
        <pc:spChg chg="add del">
          <ac:chgData name="Sidnei Gomes de Almeida Junior" userId="eec3f0bb295ba151" providerId="LiveId" clId="{45E38AC1-4B67-4187-9BEB-E7926C471F70}" dt="2021-09-25T16:53:25.203" v="1752" actId="26606"/>
          <ac:spMkLst>
            <pc:docMk/>
            <pc:sldMk cId="2771980360" sldId="288"/>
            <ac:spMk id="12298" creationId="{5C9652B3-A450-4ED6-8FBF-F536BA60B4D8}"/>
          </ac:spMkLst>
        </pc:spChg>
        <pc:spChg chg="add del">
          <ac:chgData name="Sidnei Gomes de Almeida Junior" userId="eec3f0bb295ba151" providerId="LiveId" clId="{45E38AC1-4B67-4187-9BEB-E7926C471F70}" dt="2021-09-25T16:53:25.875" v="1754" actId="26606"/>
          <ac:spMkLst>
            <pc:docMk/>
            <pc:sldMk cId="2771980360" sldId="288"/>
            <ac:spMk id="12301" creationId="{39178BE9-53D8-441A-8691-0ED3B464BCD4}"/>
          </ac:spMkLst>
        </pc:spChg>
        <pc:spChg chg="add del">
          <ac:chgData name="Sidnei Gomes de Almeida Junior" userId="eec3f0bb295ba151" providerId="LiveId" clId="{45E38AC1-4B67-4187-9BEB-E7926C471F70}" dt="2021-09-25T16:53:30.215" v="1756" actId="26606"/>
          <ac:spMkLst>
            <pc:docMk/>
            <pc:sldMk cId="2771980360" sldId="288"/>
            <ac:spMk id="12304" creationId="{21029ED5-F105-4DD2-99C8-1E4422817978}"/>
          </ac:spMkLst>
        </pc:spChg>
        <pc:spChg chg="add del">
          <ac:chgData name="Sidnei Gomes de Almeida Junior" userId="eec3f0bb295ba151" providerId="LiveId" clId="{45E38AC1-4B67-4187-9BEB-E7926C471F70}" dt="2021-09-25T16:53:30.215" v="1756" actId="26606"/>
          <ac:spMkLst>
            <pc:docMk/>
            <pc:sldMk cId="2771980360" sldId="288"/>
            <ac:spMk id="12306" creationId="{5C9652B3-A450-4ED6-8FBF-F536BA60B4D8}"/>
          </ac:spMkLst>
        </pc:spChg>
        <pc:spChg chg="add">
          <ac:chgData name="Sidnei Gomes de Almeida Junior" userId="eec3f0bb295ba151" providerId="LiveId" clId="{45E38AC1-4B67-4187-9BEB-E7926C471F70}" dt="2021-09-25T16:53:30.223" v="1757" actId="26606"/>
          <ac:spMkLst>
            <pc:docMk/>
            <pc:sldMk cId="2771980360" sldId="288"/>
            <ac:spMk id="12309" creationId="{03E8462A-FEBA-4848-81CC-3F8DA3E477BE}"/>
          </ac:spMkLst>
        </pc:spChg>
        <pc:spChg chg="add">
          <ac:chgData name="Sidnei Gomes de Almeida Junior" userId="eec3f0bb295ba151" providerId="LiveId" clId="{45E38AC1-4B67-4187-9BEB-E7926C471F70}" dt="2021-09-25T16:53:30.223" v="1757" actId="26606"/>
          <ac:spMkLst>
            <pc:docMk/>
            <pc:sldMk cId="2771980360" sldId="288"/>
            <ac:spMk id="12311" creationId="{7941F9B1-B01B-4A84-89D9-B169AEB4E456}"/>
          </ac:spMkLst>
        </pc:spChg>
        <pc:grpChg chg="add del">
          <ac:chgData name="Sidnei Gomes de Almeida Junior" userId="eec3f0bb295ba151" providerId="LiveId" clId="{45E38AC1-4B67-4187-9BEB-E7926C471F70}" dt="2021-09-25T16:53:17.719" v="1748" actId="26606"/>
          <ac:grpSpMkLst>
            <pc:docMk/>
            <pc:sldMk cId="2771980360" sldId="288"/>
            <ac:grpSpMk id="71" creationId="{1E721C1C-25F9-4317-B872-2444BC5A8F88}"/>
          </ac:grpSpMkLst>
        </pc:grpChg>
        <pc:grpChg chg="add del">
          <ac:chgData name="Sidnei Gomes de Almeida Junior" userId="eec3f0bb295ba151" providerId="LiveId" clId="{45E38AC1-4B67-4187-9BEB-E7926C471F70}" dt="2021-09-25T16:53:23.041" v="1750" actId="26606"/>
          <ac:grpSpMkLst>
            <pc:docMk/>
            <pc:sldMk cId="2771980360" sldId="288"/>
            <ac:grpSpMk id="85" creationId="{2109F83F-40FE-4DB3-84CC-09FB3340D06D}"/>
          </ac:grpSpMkLst>
        </pc:grpChg>
        <pc:grpChg chg="add del">
          <ac:chgData name="Sidnei Gomes de Almeida Junior" userId="eec3f0bb295ba151" providerId="LiveId" clId="{45E38AC1-4B67-4187-9BEB-E7926C471F70}" dt="2021-09-25T16:53:23.041" v="1750" actId="26606"/>
          <ac:grpSpMkLst>
            <pc:docMk/>
            <pc:sldMk cId="2771980360" sldId="288"/>
            <ac:grpSpMk id="12292" creationId="{609316A9-990D-4EC3-A671-70EE5C1493A4}"/>
          </ac:grpSpMkLst>
        </pc:grpChg>
        <pc:grpChg chg="add del">
          <ac:chgData name="Sidnei Gomes de Almeida Junior" userId="eec3f0bb295ba151" providerId="LiveId" clId="{45E38AC1-4B67-4187-9BEB-E7926C471F70}" dt="2021-09-25T16:53:25.203" v="1752" actId="26606"/>
          <ac:grpSpMkLst>
            <pc:docMk/>
            <pc:sldMk cId="2771980360" sldId="288"/>
            <ac:grpSpMk id="12295" creationId="{DDE8DE2B-61C1-46D5-BEB8-521321C182C4}"/>
          </ac:grpSpMkLst>
        </pc:grpChg>
        <pc:grpChg chg="add del">
          <ac:chgData name="Sidnei Gomes de Almeida Junior" userId="eec3f0bb295ba151" providerId="LiveId" clId="{45E38AC1-4B67-4187-9BEB-E7926C471F70}" dt="2021-09-25T16:53:25.203" v="1752" actId="26606"/>
          <ac:grpSpMkLst>
            <pc:docMk/>
            <pc:sldMk cId="2771980360" sldId="288"/>
            <ac:grpSpMk id="12297" creationId="{2D621E68-BF28-4A1C-B1A2-4E55E139E79A}"/>
          </ac:grpSpMkLst>
        </pc:grpChg>
        <pc:grpChg chg="add del">
          <ac:chgData name="Sidnei Gomes de Almeida Junior" userId="eec3f0bb295ba151" providerId="LiveId" clId="{45E38AC1-4B67-4187-9BEB-E7926C471F70}" dt="2021-09-25T16:53:25.875" v="1754" actId="26606"/>
          <ac:grpSpMkLst>
            <pc:docMk/>
            <pc:sldMk cId="2771980360" sldId="288"/>
            <ac:grpSpMk id="12300" creationId="{609316A9-990D-4EC3-A671-70EE5C1493A4}"/>
          </ac:grpSpMkLst>
        </pc:grpChg>
        <pc:grpChg chg="add del">
          <ac:chgData name="Sidnei Gomes de Almeida Junior" userId="eec3f0bb295ba151" providerId="LiveId" clId="{45E38AC1-4B67-4187-9BEB-E7926C471F70}" dt="2021-09-25T16:53:30.215" v="1756" actId="26606"/>
          <ac:grpSpMkLst>
            <pc:docMk/>
            <pc:sldMk cId="2771980360" sldId="288"/>
            <ac:grpSpMk id="12303" creationId="{DDE8DE2B-61C1-46D5-BEB8-521321C182C4}"/>
          </ac:grpSpMkLst>
        </pc:grpChg>
        <pc:grpChg chg="add del">
          <ac:chgData name="Sidnei Gomes de Almeida Junior" userId="eec3f0bb295ba151" providerId="LiveId" clId="{45E38AC1-4B67-4187-9BEB-E7926C471F70}" dt="2021-09-25T16:53:30.215" v="1756" actId="26606"/>
          <ac:grpSpMkLst>
            <pc:docMk/>
            <pc:sldMk cId="2771980360" sldId="288"/>
            <ac:grpSpMk id="12305" creationId="{2D621E68-BF28-4A1C-B1A2-4E55E139E79A}"/>
          </ac:grpSpMkLst>
        </pc:grpChg>
        <pc:grpChg chg="add">
          <ac:chgData name="Sidnei Gomes de Almeida Junior" userId="eec3f0bb295ba151" providerId="LiveId" clId="{45E38AC1-4B67-4187-9BEB-E7926C471F70}" dt="2021-09-25T16:53:30.223" v="1757" actId="26606"/>
          <ac:grpSpMkLst>
            <pc:docMk/>
            <pc:sldMk cId="2771980360" sldId="288"/>
            <ac:grpSpMk id="12308" creationId="{A4D026A2-7476-44B0-9648-BB98882F7BA3}"/>
          </ac:grpSpMkLst>
        </pc:grpChg>
        <pc:grpChg chg="add">
          <ac:chgData name="Sidnei Gomes de Almeida Junior" userId="eec3f0bb295ba151" providerId="LiveId" clId="{45E38AC1-4B67-4187-9BEB-E7926C471F70}" dt="2021-09-25T16:53:30.223" v="1757" actId="26606"/>
          <ac:grpSpMkLst>
            <pc:docMk/>
            <pc:sldMk cId="2771980360" sldId="288"/>
            <ac:grpSpMk id="12310" creationId="{2109F83F-40FE-4DB3-84CC-09FB3340D06D}"/>
          </ac:grpSpMkLst>
        </pc:grpChg>
        <pc:picChg chg="add mod">
          <ac:chgData name="Sidnei Gomes de Almeida Junior" userId="eec3f0bb295ba151" providerId="LiveId" clId="{45E38AC1-4B67-4187-9BEB-E7926C471F70}" dt="2021-09-25T16:53:30.223" v="1757" actId="26606"/>
          <ac:picMkLst>
            <pc:docMk/>
            <pc:sldMk cId="2771980360" sldId="288"/>
            <ac:picMk id="12290" creationId="{D10C0208-929D-4534-953E-5846E9B6C3E7}"/>
          </ac:picMkLst>
        </pc:picChg>
      </pc:sldChg>
      <pc:sldChg chg="delSp modSp new mod ord">
        <pc:chgData name="Sidnei Gomes de Almeida Junior" userId="eec3f0bb295ba151" providerId="LiveId" clId="{45E38AC1-4B67-4187-9BEB-E7926C471F70}" dt="2021-09-25T17:05:08.410" v="2190" actId="14100"/>
        <pc:sldMkLst>
          <pc:docMk/>
          <pc:sldMk cId="3614415046" sldId="289"/>
        </pc:sldMkLst>
        <pc:spChg chg="del">
          <ac:chgData name="Sidnei Gomes de Almeida Junior" userId="eec3f0bb295ba151" providerId="LiveId" clId="{45E38AC1-4B67-4187-9BEB-E7926C471F70}" dt="2021-09-25T17:03:15.067" v="2042" actId="478"/>
          <ac:spMkLst>
            <pc:docMk/>
            <pc:sldMk cId="3614415046" sldId="289"/>
            <ac:spMk id="2" creationId="{84B312D1-9781-4EA3-A9E5-F59924B8558D}"/>
          </ac:spMkLst>
        </pc:spChg>
        <pc:spChg chg="mod">
          <ac:chgData name="Sidnei Gomes de Almeida Junior" userId="eec3f0bb295ba151" providerId="LiveId" clId="{45E38AC1-4B67-4187-9BEB-E7926C471F70}" dt="2021-09-25T17:05:08.410" v="2190" actId="14100"/>
          <ac:spMkLst>
            <pc:docMk/>
            <pc:sldMk cId="3614415046" sldId="289"/>
            <ac:spMk id="3" creationId="{DF225505-4EEA-4EC0-974C-6C685BAA5AF2}"/>
          </ac:spMkLst>
        </pc:spChg>
      </pc:sldChg>
      <pc:sldChg chg="modSp new mod">
        <pc:chgData name="Sidnei Gomes de Almeida Junior" userId="eec3f0bb295ba151" providerId="LiveId" clId="{45E38AC1-4B67-4187-9BEB-E7926C471F70}" dt="2021-09-25T17:19:50.820" v="2554" actId="14100"/>
        <pc:sldMkLst>
          <pc:docMk/>
          <pc:sldMk cId="4270358363" sldId="290"/>
        </pc:sldMkLst>
        <pc:spChg chg="mod">
          <ac:chgData name="Sidnei Gomes de Almeida Junior" userId="eec3f0bb295ba151" providerId="LiveId" clId="{45E38AC1-4B67-4187-9BEB-E7926C471F70}" dt="2021-09-25T17:13:28.546" v="2215" actId="403"/>
          <ac:spMkLst>
            <pc:docMk/>
            <pc:sldMk cId="4270358363" sldId="290"/>
            <ac:spMk id="2" creationId="{FB9F781F-6077-4799-B4BA-A870D1125FEF}"/>
          </ac:spMkLst>
        </pc:spChg>
        <pc:spChg chg="mod">
          <ac:chgData name="Sidnei Gomes de Almeida Junior" userId="eec3f0bb295ba151" providerId="LiveId" clId="{45E38AC1-4B67-4187-9BEB-E7926C471F70}" dt="2021-09-25T17:19:50.820" v="2554" actId="14100"/>
          <ac:spMkLst>
            <pc:docMk/>
            <pc:sldMk cId="4270358363" sldId="290"/>
            <ac:spMk id="3" creationId="{9ECFEBFC-3273-467B-882E-3479F91F098F}"/>
          </ac:spMkLst>
        </pc:spChg>
      </pc:sldChg>
      <pc:sldChg chg="delSp modSp new mod">
        <pc:chgData name="Sidnei Gomes de Almeida Junior" userId="eec3f0bb295ba151" providerId="LiveId" clId="{45E38AC1-4B67-4187-9BEB-E7926C471F70}" dt="2021-09-25T17:35:37.769" v="2607" actId="1076"/>
        <pc:sldMkLst>
          <pc:docMk/>
          <pc:sldMk cId="2328925687" sldId="291"/>
        </pc:sldMkLst>
        <pc:spChg chg="mod">
          <ac:chgData name="Sidnei Gomes de Almeida Junior" userId="eec3f0bb295ba151" providerId="LiveId" clId="{45E38AC1-4B67-4187-9BEB-E7926C471F70}" dt="2021-09-25T17:35:37.769" v="2607" actId="1076"/>
          <ac:spMkLst>
            <pc:docMk/>
            <pc:sldMk cId="2328925687" sldId="291"/>
            <ac:spMk id="2" creationId="{B3CC4A76-F6E9-41B0-BCEC-34ED2DEF5DB0}"/>
          </ac:spMkLst>
        </pc:spChg>
        <pc:spChg chg="del">
          <ac:chgData name="Sidnei Gomes de Almeida Junior" userId="eec3f0bb295ba151" providerId="LiveId" clId="{45E38AC1-4B67-4187-9BEB-E7926C471F70}" dt="2021-09-25T17:20:18.753" v="2555" actId="478"/>
          <ac:spMkLst>
            <pc:docMk/>
            <pc:sldMk cId="2328925687" sldId="291"/>
            <ac:spMk id="3" creationId="{1B1053FF-FC4C-4139-9C1D-B0B205D4F3BE}"/>
          </ac:spMkLst>
        </pc:spChg>
      </pc:sldChg>
      <pc:sldChg chg="addSp delSp modSp new mod setBg">
        <pc:chgData name="Sidnei Gomes de Almeida Junior" userId="eec3f0bb295ba151" providerId="LiveId" clId="{45E38AC1-4B67-4187-9BEB-E7926C471F70}" dt="2021-09-25T17:38:46.588" v="2613" actId="26606"/>
        <pc:sldMkLst>
          <pc:docMk/>
          <pc:sldMk cId="1455260750" sldId="292"/>
        </pc:sldMkLst>
        <pc:spChg chg="del">
          <ac:chgData name="Sidnei Gomes de Almeida Junior" userId="eec3f0bb295ba151" providerId="LiveId" clId="{45E38AC1-4B67-4187-9BEB-E7926C471F70}" dt="2021-09-25T17:38:34.624" v="2608" actId="478"/>
          <ac:spMkLst>
            <pc:docMk/>
            <pc:sldMk cId="1455260750" sldId="292"/>
            <ac:spMk id="2" creationId="{C62C314D-1FDC-43DE-90BB-BD100E1CDAF4}"/>
          </ac:spMkLst>
        </pc:spChg>
        <pc:spChg chg="del">
          <ac:chgData name="Sidnei Gomes de Almeida Junior" userId="eec3f0bb295ba151" providerId="LiveId" clId="{45E38AC1-4B67-4187-9BEB-E7926C471F70}" dt="2021-09-25T17:38:36.037" v="2609" actId="478"/>
          <ac:spMkLst>
            <pc:docMk/>
            <pc:sldMk cId="1455260750" sldId="292"/>
            <ac:spMk id="3" creationId="{87CD58AD-4ED4-462E-9670-9EB6584EA16E}"/>
          </ac:spMkLst>
        </pc:spChg>
        <pc:spChg chg="add del">
          <ac:chgData name="Sidnei Gomes de Almeida Junior" userId="eec3f0bb295ba151" providerId="LiveId" clId="{45E38AC1-4B67-4187-9BEB-E7926C471F70}" dt="2021-09-25T17:38:46.579" v="2612" actId="26606"/>
          <ac:spMkLst>
            <pc:docMk/>
            <pc:sldMk cId="1455260750" sldId="292"/>
            <ac:spMk id="83" creationId="{21029ED5-F105-4DD2-99C8-1E4422817978}"/>
          </ac:spMkLst>
        </pc:spChg>
        <pc:spChg chg="add del">
          <ac:chgData name="Sidnei Gomes de Almeida Junior" userId="eec3f0bb295ba151" providerId="LiveId" clId="{45E38AC1-4B67-4187-9BEB-E7926C471F70}" dt="2021-09-25T17:38:46.579" v="2612" actId="26606"/>
          <ac:spMkLst>
            <pc:docMk/>
            <pc:sldMk cId="1455260750" sldId="292"/>
            <ac:spMk id="96" creationId="{5C9652B3-A450-4ED6-8FBF-F536BA60B4D8}"/>
          </ac:spMkLst>
        </pc:spChg>
        <pc:spChg chg="add">
          <ac:chgData name="Sidnei Gomes de Almeida Junior" userId="eec3f0bb295ba151" providerId="LiveId" clId="{45E38AC1-4B67-4187-9BEB-E7926C471F70}" dt="2021-09-25T17:38:46.588" v="2613" actId="26606"/>
          <ac:spMkLst>
            <pc:docMk/>
            <pc:sldMk cId="1455260750" sldId="292"/>
            <ac:spMk id="14341" creationId="{03E8462A-FEBA-4848-81CC-3F8DA3E477BE}"/>
          </ac:spMkLst>
        </pc:spChg>
        <pc:spChg chg="add">
          <ac:chgData name="Sidnei Gomes de Almeida Junior" userId="eec3f0bb295ba151" providerId="LiveId" clId="{45E38AC1-4B67-4187-9BEB-E7926C471F70}" dt="2021-09-25T17:38:46.588" v="2613" actId="26606"/>
          <ac:spMkLst>
            <pc:docMk/>
            <pc:sldMk cId="1455260750" sldId="292"/>
            <ac:spMk id="14343" creationId="{7941F9B1-B01B-4A84-89D9-B169AEB4E456}"/>
          </ac:spMkLst>
        </pc:spChg>
        <pc:grpChg chg="add del">
          <ac:chgData name="Sidnei Gomes de Almeida Junior" userId="eec3f0bb295ba151" providerId="LiveId" clId="{45E38AC1-4B67-4187-9BEB-E7926C471F70}" dt="2021-09-25T17:38:46.579" v="2612" actId="26606"/>
          <ac:grpSpMkLst>
            <pc:docMk/>
            <pc:sldMk cId="1455260750" sldId="292"/>
            <ac:grpSpMk id="71" creationId="{DDE8DE2B-61C1-46D5-BEB8-521321C182C4}"/>
          </ac:grpSpMkLst>
        </pc:grpChg>
        <pc:grpChg chg="add del">
          <ac:chgData name="Sidnei Gomes de Almeida Junior" userId="eec3f0bb295ba151" providerId="LiveId" clId="{45E38AC1-4B67-4187-9BEB-E7926C471F70}" dt="2021-09-25T17:38:46.579" v="2612" actId="26606"/>
          <ac:grpSpMkLst>
            <pc:docMk/>
            <pc:sldMk cId="1455260750" sldId="292"/>
            <ac:grpSpMk id="85" creationId="{2D621E68-BF28-4A1C-B1A2-4E55E139E79A}"/>
          </ac:grpSpMkLst>
        </pc:grpChg>
        <pc:grpChg chg="add">
          <ac:chgData name="Sidnei Gomes de Almeida Junior" userId="eec3f0bb295ba151" providerId="LiveId" clId="{45E38AC1-4B67-4187-9BEB-E7926C471F70}" dt="2021-09-25T17:38:46.588" v="2613" actId="26606"/>
          <ac:grpSpMkLst>
            <pc:docMk/>
            <pc:sldMk cId="1455260750" sldId="292"/>
            <ac:grpSpMk id="14340" creationId="{609316A9-990D-4EC3-A671-70EE5C1493A4}"/>
          </ac:grpSpMkLst>
        </pc:grpChg>
        <pc:grpChg chg="add">
          <ac:chgData name="Sidnei Gomes de Almeida Junior" userId="eec3f0bb295ba151" providerId="LiveId" clId="{45E38AC1-4B67-4187-9BEB-E7926C471F70}" dt="2021-09-25T17:38:46.588" v="2613" actId="26606"/>
          <ac:grpSpMkLst>
            <pc:docMk/>
            <pc:sldMk cId="1455260750" sldId="292"/>
            <ac:grpSpMk id="14342" creationId="{2109F83F-40FE-4DB3-84CC-09FB3340D06D}"/>
          </ac:grpSpMkLst>
        </pc:grpChg>
        <pc:picChg chg="add mod">
          <ac:chgData name="Sidnei Gomes de Almeida Junior" userId="eec3f0bb295ba151" providerId="LiveId" clId="{45E38AC1-4B67-4187-9BEB-E7926C471F70}" dt="2021-09-25T17:38:46.588" v="2613" actId="26606"/>
          <ac:picMkLst>
            <pc:docMk/>
            <pc:sldMk cId="1455260750" sldId="292"/>
            <ac:picMk id="14338" creationId="{2F08B7E4-6752-493C-8BF8-24A2829703E0}"/>
          </ac:picMkLst>
        </pc:picChg>
      </pc:sldChg>
      <pc:sldChg chg="addSp delSp modSp new mod">
        <pc:chgData name="Sidnei Gomes de Almeida Junior" userId="eec3f0bb295ba151" providerId="LiveId" clId="{45E38AC1-4B67-4187-9BEB-E7926C471F70}" dt="2021-09-25T17:42:24.378" v="2643" actId="1076"/>
        <pc:sldMkLst>
          <pc:docMk/>
          <pc:sldMk cId="618315838" sldId="293"/>
        </pc:sldMkLst>
        <pc:spChg chg="add del mod">
          <ac:chgData name="Sidnei Gomes de Almeida Junior" userId="eec3f0bb295ba151" providerId="LiveId" clId="{45E38AC1-4B67-4187-9BEB-E7926C471F70}" dt="2021-09-25T17:42:12.108" v="2640" actId="122"/>
          <ac:spMkLst>
            <pc:docMk/>
            <pc:sldMk cId="618315838" sldId="293"/>
            <ac:spMk id="2" creationId="{83B25FBF-DFFF-4FE8-9FF8-63C670BE016F}"/>
          </ac:spMkLst>
        </pc:spChg>
        <pc:spChg chg="del">
          <ac:chgData name="Sidnei Gomes de Almeida Junior" userId="eec3f0bb295ba151" providerId="LiveId" clId="{45E38AC1-4B67-4187-9BEB-E7926C471F70}" dt="2021-09-25T17:41:51.608" v="2614" actId="478"/>
          <ac:spMkLst>
            <pc:docMk/>
            <pc:sldMk cId="618315838" sldId="293"/>
            <ac:spMk id="3" creationId="{076FE654-4BA6-4CB3-9596-61AD80DF5726}"/>
          </ac:spMkLst>
        </pc:spChg>
        <pc:picChg chg="add mod">
          <ac:chgData name="Sidnei Gomes de Almeida Junior" userId="eec3f0bb295ba151" providerId="LiveId" clId="{45E38AC1-4B67-4187-9BEB-E7926C471F70}" dt="2021-09-25T17:42:24.378" v="2643" actId="1076"/>
          <ac:picMkLst>
            <pc:docMk/>
            <pc:sldMk cId="618315838" sldId="293"/>
            <ac:picMk id="15362" creationId="{6D4E6735-C49F-49CA-A48B-D011CC8B0A00}"/>
          </ac:picMkLst>
        </pc:picChg>
      </pc:sldChg>
      <pc:sldChg chg="delSp new del mod">
        <pc:chgData name="Sidnei Gomes de Almeida Junior" userId="eec3f0bb295ba151" providerId="LiveId" clId="{45E38AC1-4B67-4187-9BEB-E7926C471F70}" dt="2021-09-25T17:44:57.064" v="2647" actId="47"/>
        <pc:sldMkLst>
          <pc:docMk/>
          <pc:sldMk cId="3089437493" sldId="294"/>
        </pc:sldMkLst>
        <pc:spChg chg="del">
          <ac:chgData name="Sidnei Gomes de Almeida Junior" userId="eec3f0bb295ba151" providerId="LiveId" clId="{45E38AC1-4B67-4187-9BEB-E7926C471F70}" dt="2021-09-25T17:42:32.567" v="2644" actId="478"/>
          <ac:spMkLst>
            <pc:docMk/>
            <pc:sldMk cId="3089437493" sldId="294"/>
            <ac:spMk id="2" creationId="{2D1EDFFE-118C-40B8-A9D5-7A519151D3AD}"/>
          </ac:spMkLst>
        </pc:spChg>
        <pc:spChg chg="del">
          <ac:chgData name="Sidnei Gomes de Almeida Junior" userId="eec3f0bb295ba151" providerId="LiveId" clId="{45E38AC1-4B67-4187-9BEB-E7926C471F70}" dt="2021-09-25T17:42:39.270" v="2645" actId="478"/>
          <ac:spMkLst>
            <pc:docMk/>
            <pc:sldMk cId="3089437493" sldId="294"/>
            <ac:spMk id="3" creationId="{FA591359-2C82-41A0-8DD1-9E5755F6D7CE}"/>
          </ac:spMkLst>
        </pc:spChg>
      </pc:sldChg>
      <pc:sldChg chg="addSp delSp modSp new mod setBg">
        <pc:chgData name="Sidnei Gomes de Almeida Junior" userId="eec3f0bb295ba151" providerId="LiveId" clId="{45E38AC1-4B67-4187-9BEB-E7926C471F70}" dt="2021-09-25T17:46:50.593" v="2683" actId="1076"/>
        <pc:sldMkLst>
          <pc:docMk/>
          <pc:sldMk cId="233320693" sldId="295"/>
        </pc:sldMkLst>
        <pc:spChg chg="mod">
          <ac:chgData name="Sidnei Gomes de Almeida Junior" userId="eec3f0bb295ba151" providerId="LiveId" clId="{45E38AC1-4B67-4187-9BEB-E7926C471F70}" dt="2021-09-25T17:46:46.078" v="2681" actId="26606"/>
          <ac:spMkLst>
            <pc:docMk/>
            <pc:sldMk cId="233320693" sldId="295"/>
            <ac:spMk id="2" creationId="{E06416EB-FDF0-4DC2-A338-6547B891988F}"/>
          </ac:spMkLst>
        </pc:spChg>
        <pc:spChg chg="del">
          <ac:chgData name="Sidnei Gomes de Almeida Junior" userId="eec3f0bb295ba151" providerId="LiveId" clId="{45E38AC1-4B67-4187-9BEB-E7926C471F70}" dt="2021-09-25T17:45:11.859" v="2667" actId="478"/>
          <ac:spMkLst>
            <pc:docMk/>
            <pc:sldMk cId="233320693" sldId="295"/>
            <ac:spMk id="3" creationId="{BC19EA59-FFD6-4AE3-A66C-6FB2CBC31394}"/>
          </ac:spMkLst>
        </pc:spChg>
        <pc:grpChg chg="add del">
          <ac:chgData name="Sidnei Gomes de Almeida Junior" userId="eec3f0bb295ba151" providerId="LiveId" clId="{45E38AC1-4B67-4187-9BEB-E7926C471F70}" dt="2021-09-25T17:46:46.078" v="2681" actId="26606"/>
          <ac:grpSpMkLst>
            <pc:docMk/>
            <pc:sldMk cId="233320693" sldId="295"/>
            <ac:grpSpMk id="73" creationId="{AB62393A-6733-498D-A2AC-7FB7B8FDB314}"/>
          </ac:grpSpMkLst>
        </pc:grpChg>
        <pc:picChg chg="add mod ord">
          <ac:chgData name="Sidnei Gomes de Almeida Junior" userId="eec3f0bb295ba151" providerId="LiveId" clId="{45E38AC1-4B67-4187-9BEB-E7926C471F70}" dt="2021-09-25T17:46:46.078" v="2681" actId="26606"/>
          <ac:picMkLst>
            <pc:docMk/>
            <pc:sldMk cId="233320693" sldId="295"/>
            <ac:picMk id="16386" creationId="{006B5F96-18FF-4646-9D03-C7B3AE5EE082}"/>
          </ac:picMkLst>
        </pc:picChg>
        <pc:picChg chg="add mod">
          <ac:chgData name="Sidnei Gomes de Almeida Junior" userId="eec3f0bb295ba151" providerId="LiveId" clId="{45E38AC1-4B67-4187-9BEB-E7926C471F70}" dt="2021-09-25T17:46:50.593" v="2683" actId="1076"/>
          <ac:picMkLst>
            <pc:docMk/>
            <pc:sldMk cId="233320693" sldId="295"/>
            <ac:picMk id="16388" creationId="{F9F53CA6-E045-44AC-BC26-7E3FBFE233A6}"/>
          </ac:picMkLst>
        </pc:picChg>
      </pc:sldChg>
    </pc:docChg>
  </pc:docChgLst>
  <pc:docChgLst>
    <pc:chgData name="Sidnei Gomes de Almeida Junior" userId="eec3f0bb295ba151" providerId="LiveId" clId="{7E754C19-1242-4700-8AFD-E819179749E1}"/>
    <pc:docChg chg="addSld">
      <pc:chgData name="Sidnei Gomes de Almeida Junior" userId="eec3f0bb295ba151" providerId="LiveId" clId="{7E754C19-1242-4700-8AFD-E819179749E1}" dt="2021-10-01T19:03:00.617" v="1" actId="680"/>
      <pc:docMkLst>
        <pc:docMk/>
      </pc:docMkLst>
      <pc:sldChg chg="new">
        <pc:chgData name="Sidnei Gomes de Almeida Junior" userId="eec3f0bb295ba151" providerId="LiveId" clId="{7E754C19-1242-4700-8AFD-E819179749E1}" dt="2021-10-01T19:03:00.497" v="0" actId="680"/>
        <pc:sldMkLst>
          <pc:docMk/>
          <pc:sldMk cId="1349917249" sldId="257"/>
        </pc:sldMkLst>
      </pc:sldChg>
      <pc:sldChg chg="new">
        <pc:chgData name="Sidnei Gomes de Almeida Junior" userId="eec3f0bb295ba151" providerId="LiveId" clId="{7E754C19-1242-4700-8AFD-E819179749E1}" dt="2021-10-01T19:03:00.617" v="1" actId="680"/>
        <pc:sldMkLst>
          <pc:docMk/>
          <pc:sldMk cId="1023211420" sldId="258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45FBA11-369E-42FD-ADDD-509D8CFD7B21}" type="datetimeFigureOut">
              <a:rPr lang="pt-BR" smtClean="0"/>
              <a:t>13/11/2021</a:t>
            </a:fld>
            <a:endParaRPr lang="pt-BR"/>
          </a:p>
        </p:txBody>
      </p:sp>
      <p:sp>
        <p:nvSpPr>
          <p:cNvPr id="4" name="Espaço Reservado para Imagem de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BR"/>
          </a:p>
        </p:txBody>
      </p:sp>
      <p:sp>
        <p:nvSpPr>
          <p:cNvPr id="5" name="Espaço Reservado para Anotaçõ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A339A37-5417-42E9-AFB1-67F734B9603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23123459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" name="Group 15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19" name="Straight Connector 18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1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Isosceles Triangle 22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5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50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Isosceles Triangle 28"/>
            <p:cNvSpPr/>
            <p:nvPr/>
          </p:nvSpPr>
          <p:spPr>
            <a:xfrm rot="10800000">
              <a:off x="0" y="0"/>
              <a:ext cx="842596" cy="5666154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>
                    <a:lumMod val="75000"/>
                  </a:schemeClr>
                </a:solidFill>
              </a:defRPr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pt-BR"/>
              <a:t>Clique para editar o estilo do subtítulo Mestre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2F720F-32C2-4E6A-BEE6-680F2789BE1C}" type="datetimeFigureOut">
              <a:rPr lang="pt-BR" smtClean="0"/>
              <a:t>13/11/2021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C096F0-CB89-4A6B-B2EC-E80F7A8AC09C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48755726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2F720F-32C2-4E6A-BEE6-680F2789BE1C}" type="datetimeFigureOut">
              <a:rPr lang="pt-BR" smtClean="0"/>
              <a:t>13/11/2021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C096F0-CB89-4A6B-B2EC-E80F7A8AC09C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173005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2F720F-32C2-4E6A-BEE6-680F2789BE1C}" type="datetimeFigureOut">
              <a:rPr lang="pt-BR" smtClean="0"/>
              <a:t>13/11/2021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C096F0-CB89-4A6B-B2EC-E80F7A8AC09C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6100780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2F720F-32C2-4E6A-BEE6-680F2789BE1C}" type="datetimeFigureOut">
              <a:rPr lang="pt-BR" smtClean="0"/>
              <a:t>13/11/2021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C096F0-CB89-4A6B-B2EC-E80F7A8AC09C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75818586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2F720F-32C2-4E6A-BEE6-680F2789BE1C}" type="datetimeFigureOut">
              <a:rPr lang="pt-BR" smtClean="0"/>
              <a:t>13/11/2021</a:t>
            </a:fld>
            <a:endParaRPr lang="pt-BR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C096F0-CB89-4A6B-B2EC-E80F7A8AC09C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10636900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2F720F-32C2-4E6A-BEE6-680F2789BE1C}" type="datetimeFigureOut">
              <a:rPr lang="pt-BR" smtClean="0"/>
              <a:t>13/11/2021</a:t>
            </a:fld>
            <a:endParaRPr lang="pt-BR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C096F0-CB89-4A6B-B2EC-E80F7A8AC09C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59568142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2F720F-32C2-4E6A-BEE6-680F2789BE1C}" type="datetimeFigureOut">
              <a:rPr lang="pt-BR" smtClean="0"/>
              <a:t>13/11/2021</a:t>
            </a:fld>
            <a:endParaRPr lang="pt-BR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C096F0-CB89-4A6B-B2EC-E80F7A8AC09C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13191133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2F720F-32C2-4E6A-BEE6-680F2789BE1C}" type="datetimeFigureOut">
              <a:rPr lang="pt-BR" smtClean="0"/>
              <a:t>13/11/2021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C096F0-CB89-4A6B-B2EC-E80F7A8AC09C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15331070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pt-BR"/>
              <a:t>Clique no ícone para adicionar uma imagem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2F720F-32C2-4E6A-BEE6-680F2789BE1C}" type="datetimeFigureOut">
              <a:rPr lang="pt-BR" smtClean="0"/>
              <a:t>13/11/2021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C096F0-CB89-4A6B-B2EC-E80F7A8AC09C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09671874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ítulo e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2F720F-32C2-4E6A-BEE6-680F2789BE1C}" type="datetimeFigureOut">
              <a:rPr lang="pt-BR" smtClean="0"/>
              <a:t>13/11/2021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C096F0-CB89-4A6B-B2EC-E80F7A8AC09C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93152059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taçã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2F720F-32C2-4E6A-BEE6-680F2789BE1C}" type="datetimeFigureOut">
              <a:rPr lang="pt-BR" smtClean="0"/>
              <a:t>13/11/2021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C096F0-CB89-4A6B-B2EC-E80F7A8AC09C}" type="slidenum">
              <a:rPr lang="pt-BR" smtClean="0"/>
              <a:t>‹nº›</a:t>
            </a:fld>
            <a:endParaRPr lang="pt-BR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413071658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artão de Nom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2F720F-32C2-4E6A-BEE6-680F2789BE1C}" type="datetimeFigureOut">
              <a:rPr lang="pt-BR" smtClean="0"/>
              <a:t>13/11/2021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C096F0-CB89-4A6B-B2EC-E80F7A8AC09C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9128546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tar o Cartão de Nom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2F720F-32C2-4E6A-BEE6-680F2789BE1C}" type="datetimeFigureOut">
              <a:rPr lang="pt-BR" smtClean="0"/>
              <a:t>13/11/2021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C096F0-CB89-4A6B-B2EC-E80F7A8AC09C}" type="slidenum">
              <a:rPr lang="pt-BR" smtClean="0"/>
              <a:t>‹nº›</a:t>
            </a:fld>
            <a:endParaRPr lang="pt-BR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87163780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Verdadeiro ou Fals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2F720F-32C2-4E6A-BEE6-680F2789BE1C}" type="datetimeFigureOut">
              <a:rPr lang="pt-BR" smtClean="0"/>
              <a:t>13/11/2021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C096F0-CB89-4A6B-B2EC-E80F7A8AC09C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577714746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2F720F-32C2-4E6A-BEE6-680F2789BE1C}" type="datetimeFigureOut">
              <a:rPr lang="pt-BR" smtClean="0"/>
              <a:t>13/11/2021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C096F0-CB89-4A6B-B2EC-E80F7A8AC09C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285902516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2F720F-32C2-4E6A-BEE6-680F2789BE1C}" type="datetimeFigureOut">
              <a:rPr lang="pt-BR" smtClean="0"/>
              <a:t>13/11/2021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C096F0-CB89-4A6B-B2EC-E80F7A8AC09C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00083123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9" name="Group 28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19" name="Straight Connector 18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1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Isosceles Triangle 22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5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50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Isosceles Triangle 27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A2F720F-32C2-4E6A-BEE6-680F2789BE1C}" type="datetimeFigureOut">
              <a:rPr lang="pt-BR" smtClean="0"/>
              <a:t>13/11/2021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>
                    <a:lumMod val="75000"/>
                  </a:schemeClr>
                </a:solidFill>
              </a:defRPr>
            </a:lvl1pPr>
          </a:lstStyle>
          <a:p>
            <a:fld id="{9AC096F0-CB89-4A6B-B2EC-E80F7A8AC09C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30811819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11" r:id="rId1"/>
    <p:sldLayoutId id="2147483812" r:id="rId2"/>
    <p:sldLayoutId id="2147483813" r:id="rId3"/>
    <p:sldLayoutId id="2147483814" r:id="rId4"/>
    <p:sldLayoutId id="2147483815" r:id="rId5"/>
    <p:sldLayoutId id="2147483816" r:id="rId6"/>
    <p:sldLayoutId id="2147483817" r:id="rId7"/>
    <p:sldLayoutId id="2147483818" r:id="rId8"/>
    <p:sldLayoutId id="2147483819" r:id="rId9"/>
    <p:sldLayoutId id="2147483820" r:id="rId10"/>
    <p:sldLayoutId id="2147483821" r:id="rId11"/>
    <p:sldLayoutId id="2147483822" r:id="rId12"/>
    <p:sldLayoutId id="2147483823" r:id="rId13"/>
    <p:sldLayoutId id="2147483824" r:id="rId14"/>
    <p:sldLayoutId id="2147483825" r:id="rId15"/>
    <p:sldLayoutId id="2147483826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>
              <a:lumMod val="75000"/>
            </a:schemeClr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>
            <a:lumMod val="75000"/>
          </a:schemeClr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>
            <a:lumMod val="75000"/>
          </a:schemeClr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>
            <a:lumMod val="75000"/>
          </a:schemeClr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>
            <a:lumMod val="75000"/>
          </a:schemeClr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>
            <a:lumMod val="75000"/>
          </a:schemeClr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>
            <a:lumMod val="75000"/>
          </a:schemeClr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>
            <a:lumMod val="75000"/>
          </a:schemeClr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>
            <a:lumMod val="75000"/>
          </a:schemeClr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>
            <a:lumMod val="75000"/>
          </a:schemeClr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D087500-C467-46F3-A718-3F75F48CE23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99535" y="1644244"/>
            <a:ext cx="7766936" cy="1646302"/>
          </a:xfrm>
        </p:spPr>
        <p:txBody>
          <a:bodyPr/>
          <a:lstStyle/>
          <a:p>
            <a:pPr algn="ctr"/>
            <a:r>
              <a:rPr lang="pt-BR" dirty="0"/>
              <a:t>Java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6C5739AD-22B6-4640-8B9E-F662F8F9F25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99535" y="3290546"/>
            <a:ext cx="7766936" cy="1096899"/>
          </a:xfrm>
        </p:spPr>
        <p:txBody>
          <a:bodyPr/>
          <a:lstStyle/>
          <a:p>
            <a:pPr algn="ctr"/>
            <a:r>
              <a:rPr lang="pt-BR" dirty="0"/>
              <a:t>Lógica de programação</a:t>
            </a:r>
          </a:p>
        </p:txBody>
      </p:sp>
      <p:pic>
        <p:nvPicPr>
          <p:cNvPr id="1026" name="Picture 2" descr="Cursos de Java Online: 10 melhores plataformas">
            <a:extLst>
              <a:ext uri="{FF2B5EF4-FFF2-40B4-BE49-F238E27FC236}">
                <a16:creationId xmlns:a16="http://schemas.microsoft.com/office/drawing/2014/main" id="{8617ED22-ADE9-4B73-8AD4-8EA47689C1E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0145" y="886394"/>
            <a:ext cx="4161702" cy="416170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60691446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2083A82-87F0-4883-B2AE-DC8D8C636D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Começando a programar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EB75C6A1-7C22-4783-BA9A-E87E54AB81C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4" y="1488613"/>
            <a:ext cx="8596668" cy="3880773"/>
          </a:xfrm>
        </p:spPr>
        <p:txBody>
          <a:bodyPr>
            <a:normAutofit/>
          </a:bodyPr>
          <a:lstStyle/>
          <a:p>
            <a:r>
              <a:rPr lang="pt-BR" sz="2800" dirty="0"/>
              <a:t>1. Estruturas sequenciais.</a:t>
            </a:r>
          </a:p>
          <a:p>
            <a:endParaRPr lang="pt-BR" sz="2800" dirty="0"/>
          </a:p>
          <a:p>
            <a:r>
              <a:rPr lang="pt-BR" sz="2800" dirty="0"/>
              <a:t>2. Estruturas condicionais.</a:t>
            </a:r>
          </a:p>
          <a:p>
            <a:endParaRPr lang="pt-BR" sz="2800" dirty="0"/>
          </a:p>
          <a:p>
            <a:r>
              <a:rPr lang="pt-BR" sz="2800" dirty="0"/>
              <a:t>3. Estruturas repetitivas.</a:t>
            </a:r>
          </a:p>
        </p:txBody>
      </p:sp>
    </p:spTree>
    <p:extLst>
      <p:ext uri="{BB962C8B-B14F-4D97-AF65-F5344CB8AC3E}">
        <p14:creationId xmlns:p14="http://schemas.microsoft.com/office/powerpoint/2010/main" val="134991724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1AA6BF2-384E-4A22-8FFC-64AA4CBDC7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Estrutura Sequencial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A3EE2467-753B-4A8A-B61C-5DAEBDF451C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4" y="1488613"/>
            <a:ext cx="8596668" cy="5369387"/>
          </a:xfrm>
        </p:spPr>
        <p:txBody>
          <a:bodyPr>
            <a:normAutofit/>
          </a:bodyPr>
          <a:lstStyle/>
          <a:p>
            <a:r>
              <a:rPr lang="pt-BR" sz="2800" dirty="0"/>
              <a:t>Comentários.</a:t>
            </a:r>
          </a:p>
          <a:p>
            <a:r>
              <a:rPr lang="pt-BR" sz="2800" dirty="0"/>
              <a:t>Saída de dados.</a:t>
            </a:r>
          </a:p>
          <a:p>
            <a:r>
              <a:rPr lang="pt-BR" sz="2800" dirty="0"/>
              <a:t>Expressões aritméticas.</a:t>
            </a:r>
          </a:p>
          <a:p>
            <a:r>
              <a:rPr lang="pt-BR" sz="2800" dirty="0"/>
              <a:t>Variáveis.</a:t>
            </a:r>
          </a:p>
          <a:p>
            <a:r>
              <a:rPr lang="pt-BR" sz="2800" dirty="0"/>
              <a:t>Camel Case.</a:t>
            </a:r>
          </a:p>
          <a:p>
            <a:r>
              <a:rPr lang="pt-BR" sz="2800" dirty="0"/>
              <a:t>Entrada de dados.</a:t>
            </a:r>
          </a:p>
          <a:p>
            <a:r>
              <a:rPr lang="pt-BR" sz="2800" dirty="0"/>
              <a:t>Classe Math.</a:t>
            </a:r>
          </a:p>
        </p:txBody>
      </p:sp>
    </p:spTree>
    <p:extLst>
      <p:ext uri="{BB962C8B-B14F-4D97-AF65-F5344CB8AC3E}">
        <p14:creationId xmlns:p14="http://schemas.microsoft.com/office/powerpoint/2010/main" val="102321142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1AA6BF2-384E-4A22-8FFC-64AA4CBDC7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Estrutura Condicional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A3EE2467-753B-4A8A-B61C-5DAEBDF451C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4" y="1488613"/>
            <a:ext cx="8596668" cy="5369387"/>
          </a:xfrm>
        </p:spPr>
        <p:txBody>
          <a:bodyPr>
            <a:normAutofit/>
          </a:bodyPr>
          <a:lstStyle/>
          <a:p>
            <a:r>
              <a:rPr lang="pt-BR" sz="2800" dirty="0"/>
              <a:t>Expressões comparativas.</a:t>
            </a:r>
          </a:p>
          <a:p>
            <a:r>
              <a:rPr lang="pt-BR" sz="2800" dirty="0"/>
              <a:t>Operadores lógicos.</a:t>
            </a:r>
          </a:p>
          <a:p>
            <a:r>
              <a:rPr lang="pt-BR" sz="2800" dirty="0"/>
              <a:t>Expressões lógicas.</a:t>
            </a:r>
          </a:p>
          <a:p>
            <a:r>
              <a:rPr lang="pt-BR" sz="2800" dirty="0"/>
              <a:t>If-else (se e senão).</a:t>
            </a:r>
          </a:p>
          <a:p>
            <a:r>
              <a:rPr lang="pt-BR" sz="2800" dirty="0"/>
              <a:t>Switch-case (escolha e caso). </a:t>
            </a:r>
          </a:p>
          <a:p>
            <a:r>
              <a:rPr lang="pt-BR" sz="2800" dirty="0"/>
              <a:t>Introdução a escopo.</a:t>
            </a:r>
          </a:p>
        </p:txBody>
      </p:sp>
    </p:spTree>
    <p:extLst>
      <p:ext uri="{BB962C8B-B14F-4D97-AF65-F5344CB8AC3E}">
        <p14:creationId xmlns:p14="http://schemas.microsoft.com/office/powerpoint/2010/main" val="184213039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1AA6BF2-384E-4A22-8FFC-64AA4CBDC7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Estrutura Repetitiva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A3EE2467-753B-4A8A-B61C-5DAEBDF451C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4" y="1488613"/>
            <a:ext cx="8596668" cy="5369387"/>
          </a:xfrm>
        </p:spPr>
        <p:txBody>
          <a:bodyPr>
            <a:normAutofit/>
          </a:bodyPr>
          <a:lstStyle/>
          <a:p>
            <a:r>
              <a:rPr lang="pt-BR" sz="2800" dirty="0"/>
              <a:t>Conceito de repetição (</a:t>
            </a:r>
            <a:r>
              <a:rPr lang="pt-BR" sz="2800" i="1" dirty="0"/>
              <a:t>Looping</a:t>
            </a:r>
            <a:r>
              <a:rPr lang="pt-BR" sz="2800" dirty="0"/>
              <a:t>).</a:t>
            </a:r>
          </a:p>
          <a:p>
            <a:r>
              <a:rPr lang="pt-BR" sz="2800" dirty="0"/>
              <a:t>While (enquanto).</a:t>
            </a:r>
          </a:p>
          <a:p>
            <a:r>
              <a:rPr lang="pt-BR" sz="2800" dirty="0"/>
              <a:t>For (para).</a:t>
            </a:r>
          </a:p>
          <a:p>
            <a:r>
              <a:rPr lang="pt-BR" sz="2800" dirty="0"/>
              <a:t>Do-</a:t>
            </a:r>
            <a:r>
              <a:rPr lang="pt-BR" sz="2800" dirty="0" err="1"/>
              <a:t>while</a:t>
            </a:r>
            <a:r>
              <a:rPr lang="pt-BR" sz="2800" dirty="0"/>
              <a:t> (faça e enquanto).</a:t>
            </a:r>
          </a:p>
          <a:p>
            <a:endParaRPr lang="pt-BR" sz="2800" dirty="0"/>
          </a:p>
          <a:p>
            <a:endParaRPr lang="pt-BR" sz="2800" dirty="0"/>
          </a:p>
        </p:txBody>
      </p:sp>
    </p:spTree>
    <p:extLst>
      <p:ext uri="{BB962C8B-B14F-4D97-AF65-F5344CB8AC3E}">
        <p14:creationId xmlns:p14="http://schemas.microsoft.com/office/powerpoint/2010/main" val="523863527"/>
      </p:ext>
    </p:extLst>
  </p:cSld>
  <p:clrMapOvr>
    <a:masterClrMapping/>
  </p:clrMapOvr>
</p:sld>
</file>

<file path=ppt/theme/theme1.xml><?xml version="1.0" encoding="utf-8"?>
<a:theme xmlns:a="http://schemas.openxmlformats.org/drawingml/2006/main" name="Facetado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Facetado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ado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23659B44-6E34-4CE8-8F0D-387DA7996826}"/>
    </a:ext>
  </a:extLst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712</TotalTime>
  <Words>94</Words>
  <Application>Microsoft Office PowerPoint</Application>
  <PresentationFormat>Widescreen</PresentationFormat>
  <Paragraphs>28</Paragraphs>
  <Slides>5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5</vt:i4>
      </vt:variant>
    </vt:vector>
  </HeadingPairs>
  <TitlesOfParts>
    <vt:vector size="10" baseType="lpstr">
      <vt:lpstr>Arial</vt:lpstr>
      <vt:lpstr>Calibri</vt:lpstr>
      <vt:lpstr>Trebuchet MS</vt:lpstr>
      <vt:lpstr>Wingdings 3</vt:lpstr>
      <vt:lpstr>Facetado</vt:lpstr>
      <vt:lpstr>Java</vt:lpstr>
      <vt:lpstr>Começando a programar</vt:lpstr>
      <vt:lpstr>Estrutura Sequencial</vt:lpstr>
      <vt:lpstr>Estrutura Condicional</vt:lpstr>
      <vt:lpstr>Estrutura Repetitiva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Java</dc:title>
  <dc:creator>Sidnei Gomes de Almeida Junior</dc:creator>
  <cp:lastModifiedBy>Sidnei Gomes de Almeida Junior</cp:lastModifiedBy>
  <cp:revision>1</cp:revision>
  <dcterms:created xsi:type="dcterms:W3CDTF">2021-09-25T02:07:13Z</dcterms:created>
  <dcterms:modified xsi:type="dcterms:W3CDTF">2021-11-13T20:14:26Z</dcterms:modified>
</cp:coreProperties>
</file>