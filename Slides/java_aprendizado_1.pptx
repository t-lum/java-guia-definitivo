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0" r:id="rId1"/>
  </p:sldMasterIdLst>
  <p:notesMasterIdLst>
    <p:notesMasterId r:id="rId40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  <p:sldId id="264" r:id="rId10"/>
    <p:sldId id="266" r:id="rId11"/>
    <p:sldId id="287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7" r:id="rId24"/>
    <p:sldId id="280" r:id="rId25"/>
    <p:sldId id="279" r:id="rId26"/>
    <p:sldId id="281" r:id="rId27"/>
    <p:sldId id="282" r:id="rId28"/>
    <p:sldId id="288" r:id="rId29"/>
    <p:sldId id="283" r:id="rId30"/>
    <p:sldId id="284" r:id="rId31"/>
    <p:sldId id="285" r:id="rId32"/>
    <p:sldId id="289" r:id="rId33"/>
    <p:sldId id="286" r:id="rId34"/>
    <p:sldId id="290" r:id="rId35"/>
    <p:sldId id="291" r:id="rId36"/>
    <p:sldId id="292" r:id="rId37"/>
    <p:sldId id="293" r:id="rId38"/>
    <p:sldId id="295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dnei Gomes de Almeida Junior" userId="eec3f0bb295ba151" providerId="LiveId" clId="{9E9555B7-9CC0-4A90-8E53-6CA91695EA33}"/>
    <pc:docChg chg="undo custSel addSld modSld">
      <pc:chgData name="Sidnei Gomes de Almeida Junior" userId="eec3f0bb295ba151" providerId="LiveId" clId="{9E9555B7-9CC0-4A90-8E53-6CA91695EA33}" dt="2021-09-25T03:49:39.374" v="674" actId="403"/>
      <pc:docMkLst>
        <pc:docMk/>
      </pc:docMkLst>
      <pc:sldChg chg="addSp delSp modSp new mod">
        <pc:chgData name="Sidnei Gomes de Almeida Junior" userId="eec3f0bb295ba151" providerId="LiveId" clId="{9E9555B7-9CC0-4A90-8E53-6CA91695EA33}" dt="2021-09-25T02:11:32.206" v="101" actId="1076"/>
        <pc:sldMkLst>
          <pc:docMk/>
          <pc:sldMk cId="1606914466" sldId="256"/>
        </pc:sldMkLst>
        <pc:spChg chg="mod">
          <ac:chgData name="Sidnei Gomes de Almeida Junior" userId="eec3f0bb295ba151" providerId="LiveId" clId="{9E9555B7-9CC0-4A90-8E53-6CA91695EA33}" dt="2021-09-25T02:11:32.206" v="101" actId="1076"/>
          <ac:spMkLst>
            <pc:docMk/>
            <pc:sldMk cId="1606914466" sldId="256"/>
            <ac:spMk id="2" creationId="{DD087500-C467-46F3-A718-3F75F48CE238}"/>
          </ac:spMkLst>
        </pc:spChg>
        <pc:spChg chg="mod">
          <ac:chgData name="Sidnei Gomes de Almeida Junior" userId="eec3f0bb295ba151" providerId="LiveId" clId="{9E9555B7-9CC0-4A90-8E53-6CA91695EA33}" dt="2021-09-25T02:11:28.929" v="100" actId="1076"/>
          <ac:spMkLst>
            <pc:docMk/>
            <pc:sldMk cId="1606914466" sldId="256"/>
            <ac:spMk id="3" creationId="{6C5739AD-22B6-4640-8B9E-F662F8F9F251}"/>
          </ac:spMkLst>
        </pc:spChg>
        <pc:picChg chg="add mod">
          <ac:chgData name="Sidnei Gomes de Almeida Junior" userId="eec3f0bb295ba151" providerId="LiveId" clId="{9E9555B7-9CC0-4A90-8E53-6CA91695EA33}" dt="2021-09-25T02:11:22.948" v="98" actId="1076"/>
          <ac:picMkLst>
            <pc:docMk/>
            <pc:sldMk cId="1606914466" sldId="256"/>
            <ac:picMk id="1026" creationId="{8617ED22-ADE9-4B73-8AD4-8EA47689C1E5}"/>
          </ac:picMkLst>
        </pc:picChg>
        <pc:picChg chg="add del mod">
          <ac:chgData name="Sidnei Gomes de Almeida Junior" userId="eec3f0bb295ba151" providerId="LiveId" clId="{9E9555B7-9CC0-4A90-8E53-6CA91695EA33}" dt="2021-09-25T02:11:07.093" v="92" actId="478"/>
          <ac:picMkLst>
            <pc:docMk/>
            <pc:sldMk cId="1606914466" sldId="256"/>
            <ac:picMk id="1028" creationId="{3891E77B-B657-4792-B60B-F258622DB301}"/>
          </ac:picMkLst>
        </pc:picChg>
      </pc:sldChg>
      <pc:sldChg chg="modSp new mod">
        <pc:chgData name="Sidnei Gomes de Almeida Junior" userId="eec3f0bb295ba151" providerId="LiveId" clId="{9E9555B7-9CC0-4A90-8E53-6CA91695EA33}" dt="2021-09-25T02:39:48.675" v="261" actId="20577"/>
        <pc:sldMkLst>
          <pc:docMk/>
          <pc:sldMk cId="120408486" sldId="257"/>
        </pc:sldMkLst>
        <pc:spChg chg="mod">
          <ac:chgData name="Sidnei Gomes de Almeida Junior" userId="eec3f0bb295ba151" providerId="LiveId" clId="{9E9555B7-9CC0-4A90-8E53-6CA91695EA33}" dt="2021-09-25T02:38:17.542" v="158" actId="1076"/>
          <ac:spMkLst>
            <pc:docMk/>
            <pc:sldMk cId="120408486" sldId="257"/>
            <ac:spMk id="2" creationId="{57C478B4-C220-47DE-A43F-A4B2C92FCD81}"/>
          </ac:spMkLst>
        </pc:spChg>
        <pc:spChg chg="mod">
          <ac:chgData name="Sidnei Gomes de Almeida Junior" userId="eec3f0bb295ba151" providerId="LiveId" clId="{9E9555B7-9CC0-4A90-8E53-6CA91695EA33}" dt="2021-09-25T02:39:48.675" v="261" actId="20577"/>
          <ac:spMkLst>
            <pc:docMk/>
            <pc:sldMk cId="120408486" sldId="257"/>
            <ac:spMk id="3" creationId="{73C9CA91-0113-4759-8576-A69C4ABFD919}"/>
          </ac:spMkLst>
        </pc:spChg>
      </pc:sldChg>
      <pc:sldChg chg="modSp new mod">
        <pc:chgData name="Sidnei Gomes de Almeida Junior" userId="eec3f0bb295ba151" providerId="LiveId" clId="{9E9555B7-9CC0-4A90-8E53-6CA91695EA33}" dt="2021-09-25T02:42:15.372" v="453" actId="313"/>
        <pc:sldMkLst>
          <pc:docMk/>
          <pc:sldMk cId="3162187884" sldId="258"/>
        </pc:sldMkLst>
        <pc:spChg chg="mod">
          <ac:chgData name="Sidnei Gomes de Almeida Junior" userId="eec3f0bb295ba151" providerId="LiveId" clId="{9E9555B7-9CC0-4A90-8E53-6CA91695EA33}" dt="2021-09-25T02:40:21.399" v="304" actId="20577"/>
          <ac:spMkLst>
            <pc:docMk/>
            <pc:sldMk cId="3162187884" sldId="258"/>
            <ac:spMk id="2" creationId="{89DE492D-65F4-4857-BDC5-F7F2ACA5C25C}"/>
          </ac:spMkLst>
        </pc:spChg>
        <pc:spChg chg="mod">
          <ac:chgData name="Sidnei Gomes de Almeida Junior" userId="eec3f0bb295ba151" providerId="LiveId" clId="{9E9555B7-9CC0-4A90-8E53-6CA91695EA33}" dt="2021-09-25T02:42:15.372" v="453" actId="313"/>
          <ac:spMkLst>
            <pc:docMk/>
            <pc:sldMk cId="3162187884" sldId="258"/>
            <ac:spMk id="3" creationId="{121C53CF-1375-46E4-9360-0F2827E09A94}"/>
          </ac:spMkLst>
        </pc:spChg>
      </pc:sldChg>
      <pc:sldChg chg="delSp modSp new mod">
        <pc:chgData name="Sidnei Gomes de Almeida Junior" userId="eec3f0bb295ba151" providerId="LiveId" clId="{9E9555B7-9CC0-4A90-8E53-6CA91695EA33}" dt="2021-09-25T03:04:41.941" v="483" actId="1076"/>
        <pc:sldMkLst>
          <pc:docMk/>
          <pc:sldMk cId="963222028" sldId="259"/>
        </pc:sldMkLst>
        <pc:spChg chg="mod">
          <ac:chgData name="Sidnei Gomes de Almeida Junior" userId="eec3f0bb295ba151" providerId="LiveId" clId="{9E9555B7-9CC0-4A90-8E53-6CA91695EA33}" dt="2021-09-25T03:04:41.941" v="483" actId="1076"/>
          <ac:spMkLst>
            <pc:docMk/>
            <pc:sldMk cId="963222028" sldId="259"/>
            <ac:spMk id="2" creationId="{0E5D7573-8F8E-4787-86DE-61A22DE484EA}"/>
          </ac:spMkLst>
        </pc:spChg>
        <pc:spChg chg="del">
          <ac:chgData name="Sidnei Gomes de Almeida Junior" userId="eec3f0bb295ba151" providerId="LiveId" clId="{9E9555B7-9CC0-4A90-8E53-6CA91695EA33}" dt="2021-09-25T03:04:14.317" v="455" actId="478"/>
          <ac:spMkLst>
            <pc:docMk/>
            <pc:sldMk cId="963222028" sldId="259"/>
            <ac:spMk id="3" creationId="{89BA4BEA-4E31-44E4-83B0-B2037BD686AB}"/>
          </ac:spMkLst>
        </pc:spChg>
      </pc:sldChg>
      <pc:sldChg chg="addSp delSp modSp new mod setBg">
        <pc:chgData name="Sidnei Gomes de Almeida Junior" userId="eec3f0bb295ba151" providerId="LiveId" clId="{9E9555B7-9CC0-4A90-8E53-6CA91695EA33}" dt="2021-09-25T03:12:20.949" v="533" actId="26606"/>
        <pc:sldMkLst>
          <pc:docMk/>
          <pc:sldMk cId="2281517637" sldId="260"/>
        </pc:sldMkLst>
        <pc:spChg chg="mod">
          <ac:chgData name="Sidnei Gomes de Almeida Junior" userId="eec3f0bb295ba151" providerId="LiveId" clId="{9E9555B7-9CC0-4A90-8E53-6CA91695EA33}" dt="2021-09-25T03:12:20.949" v="533" actId="26606"/>
          <ac:spMkLst>
            <pc:docMk/>
            <pc:sldMk cId="2281517637" sldId="260"/>
            <ac:spMk id="2" creationId="{6512DC59-3976-47DA-83E6-B0B5458BA6AC}"/>
          </ac:spMkLst>
        </pc:spChg>
        <pc:spChg chg="del">
          <ac:chgData name="Sidnei Gomes de Almeida Junior" userId="eec3f0bb295ba151" providerId="LiveId" clId="{9E9555B7-9CC0-4A90-8E53-6CA91695EA33}" dt="2021-09-25T03:10:56.536" v="515" actId="478"/>
          <ac:spMkLst>
            <pc:docMk/>
            <pc:sldMk cId="2281517637" sldId="260"/>
            <ac:spMk id="3" creationId="{927D3AC3-B895-4965-81B2-97682F0C2023}"/>
          </ac:spMkLst>
        </pc:spChg>
        <pc:grpChg chg="add del">
          <ac:chgData name="Sidnei Gomes de Almeida Junior" userId="eec3f0bb295ba151" providerId="LiveId" clId="{9E9555B7-9CC0-4A90-8E53-6CA91695EA33}" dt="2021-09-25T03:12:20.949" v="533" actId="26606"/>
          <ac:grpSpMkLst>
            <pc:docMk/>
            <pc:sldMk cId="2281517637" sldId="260"/>
            <ac:grpSpMk id="73" creationId="{AB62393A-6733-498D-A2AC-7FB7B8FDB314}"/>
          </ac:grpSpMkLst>
        </pc:grpChg>
        <pc:picChg chg="add mod">
          <ac:chgData name="Sidnei Gomes de Almeida Junior" userId="eec3f0bb295ba151" providerId="LiveId" clId="{9E9555B7-9CC0-4A90-8E53-6CA91695EA33}" dt="2021-09-25T03:12:20.949" v="533" actId="26606"/>
          <ac:picMkLst>
            <pc:docMk/>
            <pc:sldMk cId="2281517637" sldId="260"/>
            <ac:picMk id="2050" creationId="{3AD879F2-9C78-4E0A-9C35-AFAA14CF3141}"/>
          </ac:picMkLst>
        </pc:picChg>
        <pc:picChg chg="add mod">
          <ac:chgData name="Sidnei Gomes de Almeida Junior" userId="eec3f0bb295ba151" providerId="LiveId" clId="{9E9555B7-9CC0-4A90-8E53-6CA91695EA33}" dt="2021-09-25T03:12:20.949" v="533" actId="26606"/>
          <ac:picMkLst>
            <pc:docMk/>
            <pc:sldMk cId="2281517637" sldId="260"/>
            <ac:picMk id="2052" creationId="{CD46DCFC-9565-432E-A5BF-A4301431FA8F}"/>
          </ac:picMkLst>
        </pc:picChg>
      </pc:sldChg>
      <pc:sldChg chg="addSp delSp modSp new mod">
        <pc:chgData name="Sidnei Gomes de Almeida Junior" userId="eec3f0bb295ba151" providerId="LiveId" clId="{9E9555B7-9CC0-4A90-8E53-6CA91695EA33}" dt="2021-09-25T03:37:39.208" v="572" actId="20577"/>
        <pc:sldMkLst>
          <pc:docMk/>
          <pc:sldMk cId="1463747821" sldId="261"/>
        </pc:sldMkLst>
        <pc:spChg chg="del">
          <ac:chgData name="Sidnei Gomes de Almeida Junior" userId="eec3f0bb295ba151" providerId="LiveId" clId="{9E9555B7-9CC0-4A90-8E53-6CA91695EA33}" dt="2021-09-25T03:20:50.858" v="535" actId="478"/>
          <ac:spMkLst>
            <pc:docMk/>
            <pc:sldMk cId="1463747821" sldId="261"/>
            <ac:spMk id="2" creationId="{1D54F5D3-BF67-4A97-A76B-80290052879C}"/>
          </ac:spMkLst>
        </pc:spChg>
        <pc:spChg chg="del">
          <ac:chgData name="Sidnei Gomes de Almeida Junior" userId="eec3f0bb295ba151" providerId="LiveId" clId="{9E9555B7-9CC0-4A90-8E53-6CA91695EA33}" dt="2021-09-25T03:20:52.112" v="536" actId="478"/>
          <ac:spMkLst>
            <pc:docMk/>
            <pc:sldMk cId="1463747821" sldId="261"/>
            <ac:spMk id="3" creationId="{4A2BC794-4476-43D6-AAB8-7A349D88C3BF}"/>
          </ac:spMkLst>
        </pc:spChg>
        <pc:spChg chg="add mod">
          <ac:chgData name="Sidnei Gomes de Almeida Junior" userId="eec3f0bb295ba151" providerId="LiveId" clId="{9E9555B7-9CC0-4A90-8E53-6CA91695EA33}" dt="2021-09-25T03:37:39.208" v="572" actId="20577"/>
          <ac:spMkLst>
            <pc:docMk/>
            <pc:sldMk cId="1463747821" sldId="261"/>
            <ac:spMk id="5" creationId="{D72E322B-5263-4AD1-9B1D-3D30A73A4446}"/>
          </ac:spMkLst>
        </pc:spChg>
        <pc:picChg chg="add mod">
          <ac:chgData name="Sidnei Gomes de Almeida Junior" userId="eec3f0bb295ba151" providerId="LiveId" clId="{9E9555B7-9CC0-4A90-8E53-6CA91695EA33}" dt="2021-09-25T03:37:25.314" v="543" actId="1076"/>
          <ac:picMkLst>
            <pc:docMk/>
            <pc:sldMk cId="1463747821" sldId="261"/>
            <ac:picMk id="3074" creationId="{950CF409-FF4D-4661-B6B9-1254E6725B13}"/>
          </ac:picMkLst>
        </pc:picChg>
      </pc:sldChg>
      <pc:sldChg chg="new">
        <pc:chgData name="Sidnei Gomes de Almeida Junior" userId="eec3f0bb295ba151" providerId="LiveId" clId="{9E9555B7-9CC0-4A90-8E53-6CA91695EA33}" dt="2021-09-25T03:37:47.480" v="573" actId="680"/>
        <pc:sldMkLst>
          <pc:docMk/>
          <pc:sldMk cId="3524403803" sldId="262"/>
        </pc:sldMkLst>
      </pc:sldChg>
      <pc:sldChg chg="modSp new mod">
        <pc:chgData name="Sidnei Gomes de Almeida Junior" userId="eec3f0bb295ba151" providerId="LiveId" clId="{9E9555B7-9CC0-4A90-8E53-6CA91695EA33}" dt="2021-09-25T03:49:39.374" v="674" actId="403"/>
        <pc:sldMkLst>
          <pc:docMk/>
          <pc:sldMk cId="131219086" sldId="263"/>
        </pc:sldMkLst>
        <pc:spChg chg="mod">
          <ac:chgData name="Sidnei Gomes de Almeida Junior" userId="eec3f0bb295ba151" providerId="LiveId" clId="{9E9555B7-9CC0-4A90-8E53-6CA91695EA33}" dt="2021-09-25T03:49:35.801" v="671" actId="403"/>
          <ac:spMkLst>
            <pc:docMk/>
            <pc:sldMk cId="131219086" sldId="263"/>
            <ac:spMk id="2" creationId="{AD56C2B1-D450-46A5-8D50-9EFB1520DB1B}"/>
          </ac:spMkLst>
        </pc:spChg>
        <pc:spChg chg="mod">
          <ac:chgData name="Sidnei Gomes de Almeida Junior" userId="eec3f0bb295ba151" providerId="LiveId" clId="{9E9555B7-9CC0-4A90-8E53-6CA91695EA33}" dt="2021-09-25T03:49:39.374" v="674" actId="403"/>
          <ac:spMkLst>
            <pc:docMk/>
            <pc:sldMk cId="131219086" sldId="263"/>
            <ac:spMk id="3" creationId="{3BD7557D-504B-44ED-807E-E7E91FF661C5}"/>
          </ac:spMkLst>
        </pc:spChg>
      </pc:sldChg>
    </pc:docChg>
  </pc:docChgLst>
  <pc:docChgLst>
    <pc:chgData name="Sidnei Gomes de Almeida Junior" userId="eec3f0bb295ba151" providerId="LiveId" clId="{45E38AC1-4B67-4187-9BEB-E7926C471F70}"/>
    <pc:docChg chg="undo custSel addSld delSld modSld sldOrd">
      <pc:chgData name="Sidnei Gomes de Almeida Junior" userId="eec3f0bb295ba151" providerId="LiveId" clId="{45E38AC1-4B67-4187-9BEB-E7926C471F70}" dt="2021-09-25T17:46:50.593" v="2683" actId="1076"/>
      <pc:docMkLst>
        <pc:docMk/>
      </pc:docMkLst>
      <pc:sldChg chg="addSp delSp modSp mod">
        <pc:chgData name="Sidnei Gomes de Almeida Junior" userId="eec3f0bb295ba151" providerId="LiveId" clId="{45E38AC1-4B67-4187-9BEB-E7926C471F70}" dt="2021-09-25T04:33:19.218" v="63" actId="1076"/>
        <pc:sldMkLst>
          <pc:docMk/>
          <pc:sldMk cId="3524403803" sldId="262"/>
        </pc:sldMkLst>
        <pc:spChg chg="mod">
          <ac:chgData name="Sidnei Gomes de Almeida Junior" userId="eec3f0bb295ba151" providerId="LiveId" clId="{45E38AC1-4B67-4187-9BEB-E7926C471F70}" dt="2021-09-25T04:33:19.218" v="63" actId="1076"/>
          <ac:spMkLst>
            <pc:docMk/>
            <pc:sldMk cId="3524403803" sldId="262"/>
            <ac:spMk id="2" creationId="{109210CE-15BF-4BBD-9E98-39D08B2CB342}"/>
          </ac:spMkLst>
        </pc:spChg>
        <pc:spChg chg="del">
          <ac:chgData name="Sidnei Gomes de Almeida Junior" userId="eec3f0bb295ba151" providerId="LiveId" clId="{45E38AC1-4B67-4187-9BEB-E7926C471F70}" dt="2021-09-25T04:31:35.658" v="47" actId="478"/>
          <ac:spMkLst>
            <pc:docMk/>
            <pc:sldMk cId="3524403803" sldId="262"/>
            <ac:spMk id="3" creationId="{58697C5D-CCFF-48F7-971D-B4BE6FB1B20C}"/>
          </ac:spMkLst>
        </pc:spChg>
        <pc:picChg chg="add mod">
          <ac:chgData name="Sidnei Gomes de Almeida Junior" userId="eec3f0bb295ba151" providerId="LiveId" clId="{45E38AC1-4B67-4187-9BEB-E7926C471F70}" dt="2021-09-25T04:31:57.290" v="49" actId="1076"/>
          <ac:picMkLst>
            <pc:docMk/>
            <pc:sldMk cId="3524403803" sldId="262"/>
            <ac:picMk id="1026" creationId="{884F72A0-068C-4620-9A4F-26321B359B0A}"/>
          </ac:picMkLst>
        </pc:picChg>
        <pc:picChg chg="add mod">
          <ac:chgData name="Sidnei Gomes de Almeida Junior" userId="eec3f0bb295ba151" providerId="LiveId" clId="{45E38AC1-4B67-4187-9BEB-E7926C471F70}" dt="2021-09-25T04:33:09.979" v="62" actId="1076"/>
          <ac:picMkLst>
            <pc:docMk/>
            <pc:sldMk cId="3524403803" sldId="262"/>
            <ac:picMk id="1028" creationId="{000345B3-8B98-4FFF-853B-06BC3E62B79E}"/>
          </ac:picMkLst>
        </pc:picChg>
        <pc:picChg chg="add del">
          <ac:chgData name="Sidnei Gomes de Almeida Junior" userId="eec3f0bb295ba151" providerId="LiveId" clId="{45E38AC1-4B67-4187-9BEB-E7926C471F70}" dt="2021-09-25T04:33:04.067" v="59"/>
          <ac:picMkLst>
            <pc:docMk/>
            <pc:sldMk cId="3524403803" sldId="262"/>
            <ac:picMk id="1030" creationId="{74A393C6-2759-44F6-BC9D-C7C713F35A28}"/>
          </ac:picMkLst>
        </pc:picChg>
      </pc:sldChg>
      <pc:sldChg chg="modSp mod">
        <pc:chgData name="Sidnei Gomes de Almeida Junior" userId="eec3f0bb295ba151" providerId="LiveId" clId="{45E38AC1-4B67-4187-9BEB-E7926C471F70}" dt="2021-09-25T03:52:36.844" v="19" actId="20577"/>
        <pc:sldMkLst>
          <pc:docMk/>
          <pc:sldMk cId="131219086" sldId="263"/>
        </pc:sldMkLst>
        <pc:spChg chg="mod">
          <ac:chgData name="Sidnei Gomes de Almeida Junior" userId="eec3f0bb295ba151" providerId="LiveId" clId="{45E38AC1-4B67-4187-9BEB-E7926C471F70}" dt="2021-09-25T03:52:36.844" v="19" actId="20577"/>
          <ac:spMkLst>
            <pc:docMk/>
            <pc:sldMk cId="131219086" sldId="263"/>
            <ac:spMk id="3" creationId="{3BD7557D-504B-44ED-807E-E7E91FF661C5}"/>
          </ac:spMkLst>
        </pc:spChg>
      </pc:sldChg>
      <pc:sldChg chg="addSp delSp modSp new mod">
        <pc:chgData name="Sidnei Gomes de Almeida Junior" userId="eec3f0bb295ba151" providerId="LiveId" clId="{45E38AC1-4B67-4187-9BEB-E7926C471F70}" dt="2021-09-25T06:13:22.605" v="148" actId="1076"/>
        <pc:sldMkLst>
          <pc:docMk/>
          <pc:sldMk cId="884573789" sldId="264"/>
        </pc:sldMkLst>
        <pc:spChg chg="del">
          <ac:chgData name="Sidnei Gomes de Almeida Junior" userId="eec3f0bb295ba151" providerId="LiveId" clId="{45E38AC1-4B67-4187-9BEB-E7926C471F70}" dt="2021-09-25T06:10:37.791" v="91" actId="478"/>
          <ac:spMkLst>
            <pc:docMk/>
            <pc:sldMk cId="884573789" sldId="264"/>
            <ac:spMk id="2" creationId="{DED63B3B-2DBA-461F-BB72-1D249FC57350}"/>
          </ac:spMkLst>
        </pc:spChg>
        <pc:spChg chg="del">
          <ac:chgData name="Sidnei Gomes de Almeida Junior" userId="eec3f0bb295ba151" providerId="LiveId" clId="{45E38AC1-4B67-4187-9BEB-E7926C471F70}" dt="2021-09-25T06:10:39.722" v="92" actId="478"/>
          <ac:spMkLst>
            <pc:docMk/>
            <pc:sldMk cId="884573789" sldId="264"/>
            <ac:spMk id="3" creationId="{42399DCB-AA63-40DE-B5F6-471577730DA6}"/>
          </ac:spMkLst>
        </pc:spChg>
        <pc:spChg chg="add del">
          <ac:chgData name="Sidnei Gomes de Almeida Junior" userId="eec3f0bb295ba151" providerId="LiveId" clId="{45E38AC1-4B67-4187-9BEB-E7926C471F70}" dt="2021-09-25T06:11:01.304" v="94"/>
          <ac:spMkLst>
            <pc:docMk/>
            <pc:sldMk cId="884573789" sldId="264"/>
            <ac:spMk id="4" creationId="{89906A9A-2FDA-48C7-B0FA-8E6254198ED6}"/>
          </ac:spMkLst>
        </pc:spChg>
        <pc:spChg chg="add del">
          <ac:chgData name="Sidnei Gomes de Almeida Junior" userId="eec3f0bb295ba151" providerId="LiveId" clId="{45E38AC1-4B67-4187-9BEB-E7926C471F70}" dt="2021-09-25T06:11:05.638" v="96"/>
          <ac:spMkLst>
            <pc:docMk/>
            <pc:sldMk cId="884573789" sldId="264"/>
            <ac:spMk id="5" creationId="{7BA7BC5D-F7D6-4301-B78C-9F22363D814E}"/>
          </ac:spMkLst>
        </pc:spChg>
        <pc:spChg chg="add del mod">
          <ac:chgData name="Sidnei Gomes de Almeida Junior" userId="eec3f0bb295ba151" providerId="LiveId" clId="{45E38AC1-4B67-4187-9BEB-E7926C471F70}" dt="2021-09-25T06:11:21.736" v="101" actId="478"/>
          <ac:spMkLst>
            <pc:docMk/>
            <pc:sldMk cId="884573789" sldId="264"/>
            <ac:spMk id="6" creationId="{0499ED16-74E9-4881-BD92-57542C8BCB7F}"/>
          </ac:spMkLst>
        </pc:spChg>
        <pc:spChg chg="add del">
          <ac:chgData name="Sidnei Gomes de Almeida Junior" userId="eec3f0bb295ba151" providerId="LiveId" clId="{45E38AC1-4B67-4187-9BEB-E7926C471F70}" dt="2021-09-25T06:11:21.736" v="101" actId="478"/>
          <ac:spMkLst>
            <pc:docMk/>
            <pc:sldMk cId="884573789" sldId="264"/>
            <ac:spMk id="7" creationId="{E37D6211-9B99-499D-AEB1-573ECD9879DF}"/>
          </ac:spMkLst>
        </pc:spChg>
        <pc:spChg chg="add mod">
          <ac:chgData name="Sidnei Gomes de Almeida Junior" userId="eec3f0bb295ba151" providerId="LiveId" clId="{45E38AC1-4B67-4187-9BEB-E7926C471F70}" dt="2021-09-25T06:13:22.605" v="148" actId="1076"/>
          <ac:spMkLst>
            <pc:docMk/>
            <pc:sldMk cId="884573789" sldId="264"/>
            <ac:spMk id="10" creationId="{B27A7F77-C58C-403A-9E10-7A04362B8B9E}"/>
          </ac:spMkLst>
        </pc:spChg>
        <pc:picChg chg="add mod">
          <ac:chgData name="Sidnei Gomes de Almeida Junior" userId="eec3f0bb295ba151" providerId="LiveId" clId="{45E38AC1-4B67-4187-9BEB-E7926C471F70}" dt="2021-09-25T06:12:51.893" v="143" actId="1076"/>
          <ac:picMkLst>
            <pc:docMk/>
            <pc:sldMk cId="884573789" sldId="264"/>
            <ac:picMk id="9" creationId="{CC356854-239E-4A95-9F4C-C44A0E99FE71}"/>
          </ac:picMkLst>
        </pc:picChg>
        <pc:picChg chg="add mod">
          <ac:chgData name="Sidnei Gomes de Almeida Junior" userId="eec3f0bb295ba151" providerId="LiveId" clId="{45E38AC1-4B67-4187-9BEB-E7926C471F70}" dt="2021-09-25T06:12:56.565" v="145" actId="14100"/>
          <ac:picMkLst>
            <pc:docMk/>
            <pc:sldMk cId="884573789" sldId="264"/>
            <ac:picMk id="3082" creationId="{9B8D5FC4-51F3-48DB-9A2B-E52F2FEDF16B}"/>
          </ac:picMkLst>
        </pc:picChg>
      </pc:sldChg>
      <pc:sldChg chg="addSp delSp modSp add del mod">
        <pc:chgData name="Sidnei Gomes de Almeida Junior" userId="eec3f0bb295ba151" providerId="LiveId" clId="{45E38AC1-4B67-4187-9BEB-E7926C471F70}" dt="2021-09-25T17:06:15.109" v="2191" actId="47"/>
        <pc:sldMkLst>
          <pc:docMk/>
          <pc:sldMk cId="2109628974" sldId="265"/>
        </pc:sldMkLst>
        <pc:spChg chg="mod">
          <ac:chgData name="Sidnei Gomes de Almeida Junior" userId="eec3f0bb295ba151" providerId="LiveId" clId="{45E38AC1-4B67-4187-9BEB-E7926C471F70}" dt="2021-09-25T06:04:48.381" v="71" actId="20577"/>
          <ac:spMkLst>
            <pc:docMk/>
            <pc:sldMk cId="2109628974" sldId="265"/>
            <ac:spMk id="2" creationId="{109210CE-15BF-4BBD-9E98-39D08B2CB342}"/>
          </ac:spMkLst>
        </pc:spChg>
        <pc:picChg chg="del">
          <ac:chgData name="Sidnei Gomes de Almeida Junior" userId="eec3f0bb295ba151" providerId="LiveId" clId="{45E38AC1-4B67-4187-9BEB-E7926C471F70}" dt="2021-09-25T06:04:51.380" v="72" actId="478"/>
          <ac:picMkLst>
            <pc:docMk/>
            <pc:sldMk cId="2109628974" sldId="265"/>
            <ac:picMk id="1026" creationId="{884F72A0-068C-4620-9A4F-26321B359B0A}"/>
          </ac:picMkLst>
        </pc:picChg>
        <pc:picChg chg="del">
          <ac:chgData name="Sidnei Gomes de Almeida Junior" userId="eec3f0bb295ba151" providerId="LiveId" clId="{45E38AC1-4B67-4187-9BEB-E7926C471F70}" dt="2021-09-25T06:04:53.541" v="73" actId="478"/>
          <ac:picMkLst>
            <pc:docMk/>
            <pc:sldMk cId="2109628974" sldId="265"/>
            <ac:picMk id="1028" creationId="{000345B3-8B98-4FFF-853B-06BC3E62B79E}"/>
          </ac:picMkLst>
        </pc:picChg>
        <pc:picChg chg="add del mod">
          <ac:chgData name="Sidnei Gomes de Almeida Junior" userId="eec3f0bb295ba151" providerId="LiveId" clId="{45E38AC1-4B67-4187-9BEB-E7926C471F70}" dt="2021-09-25T06:05:42.585" v="77"/>
          <ac:picMkLst>
            <pc:docMk/>
            <pc:sldMk cId="2109628974" sldId="265"/>
            <ac:picMk id="2050" creationId="{209FF966-1DEF-4ADD-B23D-38AB4CE4E8CF}"/>
          </ac:picMkLst>
        </pc:picChg>
        <pc:picChg chg="add del mod">
          <ac:chgData name="Sidnei Gomes de Almeida Junior" userId="eec3f0bb295ba151" providerId="LiveId" clId="{45E38AC1-4B67-4187-9BEB-E7926C471F70}" dt="2021-09-25T06:08:15.522" v="82" actId="478"/>
          <ac:picMkLst>
            <pc:docMk/>
            <pc:sldMk cId="2109628974" sldId="265"/>
            <ac:picMk id="2052" creationId="{9A57E971-7C90-4E0D-8558-DF2CCE9AE7D8}"/>
          </ac:picMkLst>
        </pc:picChg>
        <pc:picChg chg="add mod">
          <ac:chgData name="Sidnei Gomes de Almeida Junior" userId="eec3f0bb295ba151" providerId="LiveId" clId="{45E38AC1-4B67-4187-9BEB-E7926C471F70}" dt="2021-09-25T06:08:34.013" v="87" actId="1076"/>
          <ac:picMkLst>
            <pc:docMk/>
            <pc:sldMk cId="2109628974" sldId="265"/>
            <ac:picMk id="2054" creationId="{8A5DC846-28B7-4C89-A957-7EC26476FA3E}"/>
          </ac:picMkLst>
        </pc:picChg>
      </pc:sldChg>
      <pc:sldChg chg="modSp new mod">
        <pc:chgData name="Sidnei Gomes de Almeida Junior" userId="eec3f0bb295ba151" providerId="LiveId" clId="{45E38AC1-4B67-4187-9BEB-E7926C471F70}" dt="2021-09-25T14:07:50.714" v="349" actId="403"/>
        <pc:sldMkLst>
          <pc:docMk/>
          <pc:sldMk cId="3074574962" sldId="266"/>
        </pc:sldMkLst>
        <pc:spChg chg="mod">
          <ac:chgData name="Sidnei Gomes de Almeida Junior" userId="eec3f0bb295ba151" providerId="LiveId" clId="{45E38AC1-4B67-4187-9BEB-E7926C471F70}" dt="2021-09-25T14:05:35.804" v="162" actId="403"/>
          <ac:spMkLst>
            <pc:docMk/>
            <pc:sldMk cId="3074574962" sldId="266"/>
            <ac:spMk id="2" creationId="{9086CFB5-6464-4394-B71B-9BF7C4B7A8EC}"/>
          </ac:spMkLst>
        </pc:spChg>
        <pc:spChg chg="mod">
          <ac:chgData name="Sidnei Gomes de Almeida Junior" userId="eec3f0bb295ba151" providerId="LiveId" clId="{45E38AC1-4B67-4187-9BEB-E7926C471F70}" dt="2021-09-25T14:07:50.714" v="349" actId="403"/>
          <ac:spMkLst>
            <pc:docMk/>
            <pc:sldMk cId="3074574962" sldId="266"/>
            <ac:spMk id="3" creationId="{067A0221-4B33-4E77-9311-3B3568C158AD}"/>
          </ac:spMkLst>
        </pc:spChg>
      </pc:sldChg>
      <pc:sldChg chg="addSp delSp modSp new mod setBg addAnim">
        <pc:chgData name="Sidnei Gomes de Almeida Junior" userId="eec3f0bb295ba151" providerId="LiveId" clId="{45E38AC1-4B67-4187-9BEB-E7926C471F70}" dt="2021-09-25T14:10:49.638" v="396"/>
        <pc:sldMkLst>
          <pc:docMk/>
          <pc:sldMk cId="3173771910" sldId="267"/>
        </pc:sldMkLst>
        <pc:spChg chg="mod ord">
          <ac:chgData name="Sidnei Gomes de Almeida Junior" userId="eec3f0bb295ba151" providerId="LiveId" clId="{45E38AC1-4B67-4187-9BEB-E7926C471F70}" dt="2021-09-25T14:10:49.634" v="395" actId="26606"/>
          <ac:spMkLst>
            <pc:docMk/>
            <pc:sldMk cId="3173771910" sldId="267"/>
            <ac:spMk id="2" creationId="{4834FA97-CF94-4E2E-B8AC-AB956DE41296}"/>
          </ac:spMkLst>
        </pc:spChg>
        <pc:spChg chg="del">
          <ac:chgData name="Sidnei Gomes de Almeida Junior" userId="eec3f0bb295ba151" providerId="LiveId" clId="{45E38AC1-4B67-4187-9BEB-E7926C471F70}" dt="2021-09-25T14:09:07.775" v="379" actId="478"/>
          <ac:spMkLst>
            <pc:docMk/>
            <pc:sldMk cId="3173771910" sldId="267"/>
            <ac:spMk id="3" creationId="{B1FB9AF3-C733-4167-9F0D-A2B9504E42B2}"/>
          </ac:spMkLst>
        </pc:spChg>
        <pc:grpChg chg="add">
          <ac:chgData name="Sidnei Gomes de Almeida Junior" userId="eec3f0bb295ba151" providerId="LiveId" clId="{45E38AC1-4B67-4187-9BEB-E7926C471F70}" dt="2021-09-25T14:10:49.634" v="395" actId="26606"/>
          <ac:grpSpMkLst>
            <pc:docMk/>
            <pc:sldMk cId="3173771910" sldId="267"/>
            <ac:grpSpMk id="71" creationId="{9AE27B9D-0F04-458B-A718-F84902C79F7C}"/>
          </ac:grpSpMkLst>
        </pc:grpChg>
        <pc:picChg chg="add mod">
          <ac:chgData name="Sidnei Gomes de Almeida Junior" userId="eec3f0bb295ba151" providerId="LiveId" clId="{45E38AC1-4B67-4187-9BEB-E7926C471F70}" dt="2021-09-25T14:10:49.634" v="395" actId="26606"/>
          <ac:picMkLst>
            <pc:docMk/>
            <pc:sldMk cId="3173771910" sldId="267"/>
            <ac:picMk id="1026" creationId="{5212B96A-103D-41AB-94DE-CB1D7D009440}"/>
          </ac:picMkLst>
        </pc:picChg>
      </pc:sldChg>
      <pc:sldChg chg="addSp delSp modSp new mod">
        <pc:chgData name="Sidnei Gomes de Almeida Junior" userId="eec3f0bb295ba151" providerId="LiveId" clId="{45E38AC1-4B67-4187-9BEB-E7926C471F70}" dt="2021-09-25T14:11:24.968" v="402" actId="1076"/>
        <pc:sldMkLst>
          <pc:docMk/>
          <pc:sldMk cId="660417573" sldId="268"/>
        </pc:sldMkLst>
        <pc:spChg chg="del">
          <ac:chgData name="Sidnei Gomes de Almeida Junior" userId="eec3f0bb295ba151" providerId="LiveId" clId="{45E38AC1-4B67-4187-9BEB-E7926C471F70}" dt="2021-09-25T14:11:02.514" v="397" actId="478"/>
          <ac:spMkLst>
            <pc:docMk/>
            <pc:sldMk cId="660417573" sldId="268"/>
            <ac:spMk id="2" creationId="{BB4496EA-DECA-44AE-B054-1123FC94E9AB}"/>
          </ac:spMkLst>
        </pc:spChg>
        <pc:spChg chg="del">
          <ac:chgData name="Sidnei Gomes de Almeida Junior" userId="eec3f0bb295ba151" providerId="LiveId" clId="{45E38AC1-4B67-4187-9BEB-E7926C471F70}" dt="2021-09-25T14:11:05.034" v="398" actId="478"/>
          <ac:spMkLst>
            <pc:docMk/>
            <pc:sldMk cId="660417573" sldId="268"/>
            <ac:spMk id="3" creationId="{1CF1D198-8149-4734-9F04-243D7D5BF9F1}"/>
          </ac:spMkLst>
        </pc:spChg>
        <pc:picChg chg="add del mod">
          <ac:chgData name="Sidnei Gomes de Almeida Junior" userId="eec3f0bb295ba151" providerId="LiveId" clId="{45E38AC1-4B67-4187-9BEB-E7926C471F70}" dt="2021-09-25T14:11:16.898" v="400"/>
          <ac:picMkLst>
            <pc:docMk/>
            <pc:sldMk cId="660417573" sldId="268"/>
            <ac:picMk id="4" creationId="{54A9BE0A-D0FA-41C5-9C0F-6FBA1DB0F040}"/>
          </ac:picMkLst>
        </pc:picChg>
        <pc:picChg chg="add mod">
          <ac:chgData name="Sidnei Gomes de Almeida Junior" userId="eec3f0bb295ba151" providerId="LiveId" clId="{45E38AC1-4B67-4187-9BEB-E7926C471F70}" dt="2021-09-25T14:11:24.968" v="402" actId="1076"/>
          <ac:picMkLst>
            <pc:docMk/>
            <pc:sldMk cId="660417573" sldId="268"/>
            <ac:picMk id="2050" creationId="{93232F78-98F3-46BB-8FCC-542778B9875F}"/>
          </ac:picMkLst>
        </pc:picChg>
      </pc:sldChg>
      <pc:sldChg chg="addSp delSp modSp new mod">
        <pc:chgData name="Sidnei Gomes de Almeida Junior" userId="eec3f0bb295ba151" providerId="LiveId" clId="{45E38AC1-4B67-4187-9BEB-E7926C471F70}" dt="2021-09-25T14:12:13.237" v="428" actId="1076"/>
        <pc:sldMkLst>
          <pc:docMk/>
          <pc:sldMk cId="896932737" sldId="269"/>
        </pc:sldMkLst>
        <pc:spChg chg="mod">
          <ac:chgData name="Sidnei Gomes de Almeida Junior" userId="eec3f0bb295ba151" providerId="LiveId" clId="{45E38AC1-4B67-4187-9BEB-E7926C471F70}" dt="2021-09-25T14:11:51.054" v="425" actId="20577"/>
          <ac:spMkLst>
            <pc:docMk/>
            <pc:sldMk cId="896932737" sldId="269"/>
            <ac:spMk id="2" creationId="{415F8F6C-C645-470F-A6E2-22693A9B4278}"/>
          </ac:spMkLst>
        </pc:spChg>
        <pc:spChg chg="del">
          <ac:chgData name="Sidnei Gomes de Almeida Junior" userId="eec3f0bb295ba151" providerId="LiveId" clId="{45E38AC1-4B67-4187-9BEB-E7926C471F70}" dt="2021-09-25T14:11:54.413" v="426" actId="478"/>
          <ac:spMkLst>
            <pc:docMk/>
            <pc:sldMk cId="896932737" sldId="269"/>
            <ac:spMk id="3" creationId="{77C0F370-B384-4E91-8B06-EAD34C4DBC6B}"/>
          </ac:spMkLst>
        </pc:spChg>
        <pc:picChg chg="add mod">
          <ac:chgData name="Sidnei Gomes de Almeida Junior" userId="eec3f0bb295ba151" providerId="LiveId" clId="{45E38AC1-4B67-4187-9BEB-E7926C471F70}" dt="2021-09-25T14:12:13.237" v="428" actId="1076"/>
          <ac:picMkLst>
            <pc:docMk/>
            <pc:sldMk cId="896932737" sldId="269"/>
            <ac:picMk id="3074" creationId="{EB1A98A5-5800-4F0C-ACED-3D0E4656BD24}"/>
          </ac:picMkLst>
        </pc:picChg>
      </pc:sldChg>
      <pc:sldChg chg="addSp delSp modSp new mod">
        <pc:chgData name="Sidnei Gomes de Almeida Junior" userId="eec3f0bb295ba151" providerId="LiveId" clId="{45E38AC1-4B67-4187-9BEB-E7926C471F70}" dt="2021-09-25T15:58:40.791" v="531" actId="403"/>
        <pc:sldMkLst>
          <pc:docMk/>
          <pc:sldMk cId="487890968" sldId="270"/>
        </pc:sldMkLst>
        <pc:spChg chg="mod">
          <ac:chgData name="Sidnei Gomes de Almeida Junior" userId="eec3f0bb295ba151" providerId="LiveId" clId="{45E38AC1-4B67-4187-9BEB-E7926C471F70}" dt="2021-09-25T15:58:40.791" v="531" actId="403"/>
          <ac:spMkLst>
            <pc:docMk/>
            <pc:sldMk cId="487890968" sldId="270"/>
            <ac:spMk id="2" creationId="{AC1F8A75-8D95-49A7-A73E-DF7924298974}"/>
          </ac:spMkLst>
        </pc:spChg>
        <pc:spChg chg="del">
          <ac:chgData name="Sidnei Gomes de Almeida Junior" userId="eec3f0bb295ba151" providerId="LiveId" clId="{45E38AC1-4B67-4187-9BEB-E7926C471F70}" dt="2021-09-25T14:14:25.854" v="459" actId="478"/>
          <ac:spMkLst>
            <pc:docMk/>
            <pc:sldMk cId="487890968" sldId="270"/>
            <ac:spMk id="3" creationId="{F3356FB3-1E13-414D-A71B-D279517548AE}"/>
          </ac:spMkLst>
        </pc:spChg>
        <pc:spChg chg="add mod">
          <ac:chgData name="Sidnei Gomes de Almeida Junior" userId="eec3f0bb295ba151" providerId="LiveId" clId="{45E38AC1-4B67-4187-9BEB-E7926C471F70}" dt="2021-09-25T15:58:37.043" v="529" actId="403"/>
          <ac:spMkLst>
            <pc:docMk/>
            <pc:sldMk cId="487890968" sldId="270"/>
            <ac:spMk id="4" creationId="{FA79F94A-6E92-49D4-BB8D-08C40B12763A}"/>
          </ac:spMkLst>
        </pc:spChg>
      </pc:sldChg>
      <pc:sldChg chg="addSp delSp modSp new mod setBg">
        <pc:chgData name="Sidnei Gomes de Almeida Junior" userId="eec3f0bb295ba151" providerId="LiveId" clId="{45E38AC1-4B67-4187-9BEB-E7926C471F70}" dt="2021-09-25T16:00:58.470" v="548" actId="26606"/>
        <pc:sldMkLst>
          <pc:docMk/>
          <pc:sldMk cId="1446225103" sldId="271"/>
        </pc:sldMkLst>
        <pc:spChg chg="del">
          <ac:chgData name="Sidnei Gomes de Almeida Junior" userId="eec3f0bb295ba151" providerId="LiveId" clId="{45E38AC1-4B67-4187-9BEB-E7926C471F70}" dt="2021-09-25T16:00:18.816" v="534" actId="478"/>
          <ac:spMkLst>
            <pc:docMk/>
            <pc:sldMk cId="1446225103" sldId="271"/>
            <ac:spMk id="2" creationId="{BA7C4C7D-FB9A-4B11-8C8E-90D3BFB2E638}"/>
          </ac:spMkLst>
        </pc:spChg>
        <pc:spChg chg="del">
          <ac:chgData name="Sidnei Gomes de Almeida Junior" userId="eec3f0bb295ba151" providerId="LiveId" clId="{45E38AC1-4B67-4187-9BEB-E7926C471F70}" dt="2021-09-25T16:00:16.870" v="533" actId="478"/>
          <ac:spMkLst>
            <pc:docMk/>
            <pc:sldMk cId="1446225103" sldId="271"/>
            <ac:spMk id="3" creationId="{7E8A34DB-DE6A-43DF-863E-1BCCEAE5A546}"/>
          </ac:spMkLst>
        </pc:spChg>
        <pc:spChg chg="add">
          <ac:chgData name="Sidnei Gomes de Almeida Junior" userId="eec3f0bb295ba151" providerId="LiveId" clId="{45E38AC1-4B67-4187-9BEB-E7926C471F70}" dt="2021-09-25T16:00:58.470" v="548" actId="26606"/>
          <ac:spMkLst>
            <pc:docMk/>
            <pc:sldMk cId="1446225103" sldId="271"/>
            <ac:spMk id="85" creationId="{7459C506-5F4B-4B75-9218-C7C3F87FA8D3}"/>
          </ac:spMkLst>
        </pc:spChg>
        <pc:spChg chg="add">
          <ac:chgData name="Sidnei Gomes de Almeida Junior" userId="eec3f0bb295ba151" providerId="LiveId" clId="{45E38AC1-4B67-4187-9BEB-E7926C471F70}" dt="2021-09-25T16:00:58.470" v="548" actId="26606"/>
          <ac:spMkLst>
            <pc:docMk/>
            <pc:sldMk cId="1446225103" sldId="271"/>
            <ac:spMk id="98" creationId="{4E74DA95-CD7A-4D5E-9D27-67A759CE708D}"/>
          </ac:spMkLst>
        </pc:spChg>
        <pc:grpChg chg="add">
          <ac:chgData name="Sidnei Gomes de Almeida Junior" userId="eec3f0bb295ba151" providerId="LiveId" clId="{45E38AC1-4B67-4187-9BEB-E7926C471F70}" dt="2021-09-25T16:00:58.470" v="548" actId="26606"/>
          <ac:grpSpMkLst>
            <pc:docMk/>
            <pc:sldMk cId="1446225103" sldId="271"/>
            <ac:grpSpMk id="73" creationId="{7664F850-BA8B-47AE-B11A-225CAB8969F1}"/>
          </ac:grpSpMkLst>
        </pc:grpChg>
        <pc:grpChg chg="add">
          <ac:chgData name="Sidnei Gomes de Almeida Junior" userId="eec3f0bb295ba151" providerId="LiveId" clId="{45E38AC1-4B67-4187-9BEB-E7926C471F70}" dt="2021-09-25T16:00:58.470" v="548" actId="26606"/>
          <ac:grpSpMkLst>
            <pc:docMk/>
            <pc:sldMk cId="1446225103" sldId="271"/>
            <ac:grpSpMk id="87" creationId="{BC659EEB-C3AE-4544-8263-417009DCDF41}"/>
          </ac:grpSpMkLst>
        </pc:grpChg>
        <pc:picChg chg="add mod">
          <ac:chgData name="Sidnei Gomes de Almeida Junior" userId="eec3f0bb295ba151" providerId="LiveId" clId="{45E38AC1-4B67-4187-9BEB-E7926C471F70}" dt="2021-09-25T16:00:58.470" v="548" actId="26606"/>
          <ac:picMkLst>
            <pc:docMk/>
            <pc:sldMk cId="1446225103" sldId="271"/>
            <ac:picMk id="4098" creationId="{6E746ADD-6617-4CD7-89C2-D0DDDC40CE43}"/>
          </ac:picMkLst>
        </pc:picChg>
        <pc:picChg chg="add mod">
          <ac:chgData name="Sidnei Gomes de Almeida Junior" userId="eec3f0bb295ba151" providerId="LiveId" clId="{45E38AC1-4B67-4187-9BEB-E7926C471F70}" dt="2021-09-25T16:00:58.470" v="548" actId="26606"/>
          <ac:picMkLst>
            <pc:docMk/>
            <pc:sldMk cId="1446225103" sldId="271"/>
            <ac:picMk id="4100" creationId="{8218E86D-5029-49F3-89F9-D8E6B8C486FC}"/>
          </ac:picMkLst>
        </pc:picChg>
        <pc:cxnChg chg="add">
          <ac:chgData name="Sidnei Gomes de Almeida Junior" userId="eec3f0bb295ba151" providerId="LiveId" clId="{45E38AC1-4B67-4187-9BEB-E7926C471F70}" dt="2021-09-25T16:00:58.470" v="548" actId="26606"/>
          <ac:cxnSpMkLst>
            <pc:docMk/>
            <pc:sldMk cId="1446225103" sldId="271"/>
            <ac:cxnSpMk id="100" creationId="{14AA3B5C-0C55-4FFF-9C45-8F9F7C074A4E}"/>
          </ac:cxnSpMkLst>
        </pc:cxnChg>
      </pc:sldChg>
      <pc:sldChg chg="modSp new mod">
        <pc:chgData name="Sidnei Gomes de Almeida Junior" userId="eec3f0bb295ba151" providerId="LiveId" clId="{45E38AC1-4B67-4187-9BEB-E7926C471F70}" dt="2021-09-25T16:04:55.147" v="665" actId="403"/>
        <pc:sldMkLst>
          <pc:docMk/>
          <pc:sldMk cId="2522623449" sldId="272"/>
        </pc:sldMkLst>
        <pc:spChg chg="mod">
          <ac:chgData name="Sidnei Gomes de Almeida Junior" userId="eec3f0bb295ba151" providerId="LiveId" clId="{45E38AC1-4B67-4187-9BEB-E7926C471F70}" dt="2021-09-25T16:03:45.754" v="562" actId="403"/>
          <ac:spMkLst>
            <pc:docMk/>
            <pc:sldMk cId="2522623449" sldId="272"/>
            <ac:spMk id="2" creationId="{5B16252B-CDEE-491F-9D4E-A6BF9E957DBE}"/>
          </ac:spMkLst>
        </pc:spChg>
        <pc:spChg chg="mod">
          <ac:chgData name="Sidnei Gomes de Almeida Junior" userId="eec3f0bb295ba151" providerId="LiveId" clId="{45E38AC1-4B67-4187-9BEB-E7926C471F70}" dt="2021-09-25T16:04:55.147" v="665" actId="403"/>
          <ac:spMkLst>
            <pc:docMk/>
            <pc:sldMk cId="2522623449" sldId="272"/>
            <ac:spMk id="3" creationId="{E182C640-CF79-4420-9457-CF84A6610AF4}"/>
          </ac:spMkLst>
        </pc:spChg>
      </pc:sldChg>
      <pc:sldChg chg="addSp delSp modSp new mod setBg">
        <pc:chgData name="Sidnei Gomes de Almeida Junior" userId="eec3f0bb295ba151" providerId="LiveId" clId="{45E38AC1-4B67-4187-9BEB-E7926C471F70}" dt="2021-09-25T16:07:16.180" v="681" actId="1076"/>
        <pc:sldMkLst>
          <pc:docMk/>
          <pc:sldMk cId="599471238" sldId="273"/>
        </pc:sldMkLst>
        <pc:spChg chg="del">
          <ac:chgData name="Sidnei Gomes de Almeida Junior" userId="eec3f0bb295ba151" providerId="LiveId" clId="{45E38AC1-4B67-4187-9BEB-E7926C471F70}" dt="2021-09-25T16:05:58.687" v="666" actId="478"/>
          <ac:spMkLst>
            <pc:docMk/>
            <pc:sldMk cId="599471238" sldId="273"/>
            <ac:spMk id="2" creationId="{FC07E2FB-8C83-4281-9B1F-8FC761A12A9E}"/>
          </ac:spMkLst>
        </pc:spChg>
        <pc:spChg chg="del">
          <ac:chgData name="Sidnei Gomes de Almeida Junior" userId="eec3f0bb295ba151" providerId="LiveId" clId="{45E38AC1-4B67-4187-9BEB-E7926C471F70}" dt="2021-09-25T16:06:01.096" v="667" actId="478"/>
          <ac:spMkLst>
            <pc:docMk/>
            <pc:sldMk cId="599471238" sldId="273"/>
            <ac:spMk id="3" creationId="{8DA0995C-FFA0-43D4-B950-F3BFE672A9A1}"/>
          </ac:spMkLst>
        </pc:spChg>
        <pc:spChg chg="add del">
          <ac:chgData name="Sidnei Gomes de Almeida Junior" userId="eec3f0bb295ba151" providerId="LiveId" clId="{45E38AC1-4B67-4187-9BEB-E7926C471F70}" dt="2021-09-25T16:07:04.817" v="678" actId="26606"/>
          <ac:spMkLst>
            <pc:docMk/>
            <pc:sldMk cId="599471238" sldId="273"/>
            <ac:spMk id="85" creationId="{7459C506-5F4B-4B75-9218-C7C3F87FA8D3}"/>
          </ac:spMkLst>
        </pc:spChg>
        <pc:spChg chg="add del">
          <ac:chgData name="Sidnei Gomes de Almeida Junior" userId="eec3f0bb295ba151" providerId="LiveId" clId="{45E38AC1-4B67-4187-9BEB-E7926C471F70}" dt="2021-09-25T16:07:04.817" v="678" actId="26606"/>
          <ac:spMkLst>
            <pc:docMk/>
            <pc:sldMk cId="599471238" sldId="273"/>
            <ac:spMk id="98" creationId="{4E74DA95-CD7A-4D5E-9D27-67A759CE708D}"/>
          </ac:spMkLst>
        </pc:spChg>
        <pc:spChg chg="add del">
          <ac:chgData name="Sidnei Gomes de Almeida Junior" userId="eec3f0bb295ba151" providerId="LiveId" clId="{45E38AC1-4B67-4187-9BEB-E7926C471F70}" dt="2021-09-25T16:07:04.817" v="678" actId="26606"/>
          <ac:spMkLst>
            <pc:docMk/>
            <pc:sldMk cId="599471238" sldId="273"/>
            <ac:spMk id="149" creationId="{7459C506-5F4B-4B75-9218-C7C3F87FA8D3}"/>
          </ac:spMkLst>
        </pc:spChg>
        <pc:spChg chg="add del">
          <ac:chgData name="Sidnei Gomes de Almeida Junior" userId="eec3f0bb295ba151" providerId="LiveId" clId="{45E38AC1-4B67-4187-9BEB-E7926C471F70}" dt="2021-09-25T16:07:04.817" v="678" actId="26606"/>
          <ac:spMkLst>
            <pc:docMk/>
            <pc:sldMk cId="599471238" sldId="273"/>
            <ac:spMk id="162" creationId="{4E74DA95-CD7A-4D5E-9D27-67A759CE708D}"/>
          </ac:spMkLst>
        </pc:spChg>
        <pc:grpChg chg="add del">
          <ac:chgData name="Sidnei Gomes de Almeida Junior" userId="eec3f0bb295ba151" providerId="LiveId" clId="{45E38AC1-4B67-4187-9BEB-E7926C471F70}" dt="2021-09-25T16:07:04.817" v="678" actId="26606"/>
          <ac:grpSpMkLst>
            <pc:docMk/>
            <pc:sldMk cId="599471238" sldId="273"/>
            <ac:grpSpMk id="73" creationId="{7664F850-BA8B-47AE-B11A-225CAB8969F1}"/>
          </ac:grpSpMkLst>
        </pc:grpChg>
        <pc:grpChg chg="add del">
          <ac:chgData name="Sidnei Gomes de Almeida Junior" userId="eec3f0bb295ba151" providerId="LiveId" clId="{45E38AC1-4B67-4187-9BEB-E7926C471F70}" dt="2021-09-25T16:07:04.817" v="678" actId="26606"/>
          <ac:grpSpMkLst>
            <pc:docMk/>
            <pc:sldMk cId="599471238" sldId="273"/>
            <ac:grpSpMk id="87" creationId="{BC659EEB-C3AE-4544-8263-417009DCDF41}"/>
          </ac:grpSpMkLst>
        </pc:grpChg>
        <pc:grpChg chg="add del">
          <ac:chgData name="Sidnei Gomes de Almeida Junior" userId="eec3f0bb295ba151" providerId="LiveId" clId="{45E38AC1-4B67-4187-9BEB-E7926C471F70}" dt="2021-09-25T16:07:04.817" v="678" actId="26606"/>
          <ac:grpSpMkLst>
            <pc:docMk/>
            <pc:sldMk cId="599471238" sldId="273"/>
            <ac:grpSpMk id="137" creationId="{7664F850-BA8B-47AE-B11A-225CAB8969F1}"/>
          </ac:grpSpMkLst>
        </pc:grpChg>
        <pc:grpChg chg="add del">
          <ac:chgData name="Sidnei Gomes de Almeida Junior" userId="eec3f0bb295ba151" providerId="LiveId" clId="{45E38AC1-4B67-4187-9BEB-E7926C471F70}" dt="2021-09-25T16:07:04.817" v="678" actId="26606"/>
          <ac:grpSpMkLst>
            <pc:docMk/>
            <pc:sldMk cId="599471238" sldId="273"/>
            <ac:grpSpMk id="151" creationId="{BC659EEB-C3AE-4544-8263-417009DCDF41}"/>
          </ac:grpSpMkLst>
        </pc:grpChg>
        <pc:picChg chg="add mod ord">
          <ac:chgData name="Sidnei Gomes de Almeida Junior" userId="eec3f0bb295ba151" providerId="LiveId" clId="{45E38AC1-4B67-4187-9BEB-E7926C471F70}" dt="2021-09-25T16:07:05.886" v="680" actId="1076"/>
          <ac:picMkLst>
            <pc:docMk/>
            <pc:sldMk cId="599471238" sldId="273"/>
            <ac:picMk id="5122" creationId="{50CAC155-FA6E-40BD-9CFF-E4C915864CFA}"/>
          </ac:picMkLst>
        </pc:picChg>
        <pc:picChg chg="add mod">
          <ac:chgData name="Sidnei Gomes de Almeida Junior" userId="eec3f0bb295ba151" providerId="LiveId" clId="{45E38AC1-4B67-4187-9BEB-E7926C471F70}" dt="2021-09-25T16:07:16.180" v="681" actId="1076"/>
          <ac:picMkLst>
            <pc:docMk/>
            <pc:sldMk cId="599471238" sldId="273"/>
            <ac:picMk id="5124" creationId="{B36817D5-D081-45BD-BF0A-5E63A87ABA72}"/>
          </ac:picMkLst>
        </pc:picChg>
        <pc:cxnChg chg="add del">
          <ac:chgData name="Sidnei Gomes de Almeida Junior" userId="eec3f0bb295ba151" providerId="LiveId" clId="{45E38AC1-4B67-4187-9BEB-E7926C471F70}" dt="2021-09-25T16:07:04.817" v="678" actId="26606"/>
          <ac:cxnSpMkLst>
            <pc:docMk/>
            <pc:sldMk cId="599471238" sldId="273"/>
            <ac:cxnSpMk id="100" creationId="{14AA3B5C-0C55-4FFF-9C45-8F9F7C074A4E}"/>
          </ac:cxnSpMkLst>
        </pc:cxnChg>
        <pc:cxnChg chg="add del">
          <ac:chgData name="Sidnei Gomes de Almeida Junior" userId="eec3f0bb295ba151" providerId="LiveId" clId="{45E38AC1-4B67-4187-9BEB-E7926C471F70}" dt="2021-09-25T16:07:04.817" v="678" actId="26606"/>
          <ac:cxnSpMkLst>
            <pc:docMk/>
            <pc:sldMk cId="599471238" sldId="273"/>
            <ac:cxnSpMk id="164" creationId="{14AA3B5C-0C55-4FFF-9C45-8F9F7C074A4E}"/>
          </ac:cxnSpMkLst>
        </pc:cxnChg>
      </pc:sldChg>
      <pc:sldChg chg="addSp delSp modSp new mod setBg">
        <pc:chgData name="Sidnei Gomes de Almeida Junior" userId="eec3f0bb295ba151" providerId="LiveId" clId="{45E38AC1-4B67-4187-9BEB-E7926C471F70}" dt="2021-09-25T16:09:06.226" v="694" actId="14100"/>
        <pc:sldMkLst>
          <pc:docMk/>
          <pc:sldMk cId="334022869" sldId="274"/>
        </pc:sldMkLst>
        <pc:spChg chg="del">
          <ac:chgData name="Sidnei Gomes de Almeida Junior" userId="eec3f0bb295ba151" providerId="LiveId" clId="{45E38AC1-4B67-4187-9BEB-E7926C471F70}" dt="2021-09-25T16:08:27.554" v="683" actId="478"/>
          <ac:spMkLst>
            <pc:docMk/>
            <pc:sldMk cId="334022869" sldId="274"/>
            <ac:spMk id="2" creationId="{09E66976-A49F-4A45-95C4-8973C304E641}"/>
          </ac:spMkLst>
        </pc:spChg>
        <pc:spChg chg="del">
          <ac:chgData name="Sidnei Gomes de Almeida Junior" userId="eec3f0bb295ba151" providerId="LiveId" clId="{45E38AC1-4B67-4187-9BEB-E7926C471F70}" dt="2021-09-25T16:08:25.294" v="682" actId="478"/>
          <ac:spMkLst>
            <pc:docMk/>
            <pc:sldMk cId="334022869" sldId="274"/>
            <ac:spMk id="3" creationId="{579089DB-5E45-41CB-8F7C-AE9E88192C54}"/>
          </ac:spMkLst>
        </pc:spChg>
        <pc:spChg chg="add">
          <ac:chgData name="Sidnei Gomes de Almeida Junior" userId="eec3f0bb295ba151" providerId="LiveId" clId="{45E38AC1-4B67-4187-9BEB-E7926C471F70}" dt="2021-09-25T16:08:36.796" v="687" actId="26606"/>
          <ac:spMkLst>
            <pc:docMk/>
            <pc:sldMk cId="334022869" sldId="274"/>
            <ac:spMk id="85" creationId="{7459C506-5F4B-4B75-9218-C7C3F87FA8D3}"/>
          </ac:spMkLst>
        </pc:spChg>
        <pc:spChg chg="add">
          <ac:chgData name="Sidnei Gomes de Almeida Junior" userId="eec3f0bb295ba151" providerId="LiveId" clId="{45E38AC1-4B67-4187-9BEB-E7926C471F70}" dt="2021-09-25T16:08:36.796" v="687" actId="26606"/>
          <ac:spMkLst>
            <pc:docMk/>
            <pc:sldMk cId="334022869" sldId="274"/>
            <ac:spMk id="98" creationId="{4E74DA95-CD7A-4D5E-9D27-67A759CE708D}"/>
          </ac:spMkLst>
        </pc:spChg>
        <pc:grpChg chg="add">
          <ac:chgData name="Sidnei Gomes de Almeida Junior" userId="eec3f0bb295ba151" providerId="LiveId" clId="{45E38AC1-4B67-4187-9BEB-E7926C471F70}" dt="2021-09-25T16:08:36.796" v="687" actId="26606"/>
          <ac:grpSpMkLst>
            <pc:docMk/>
            <pc:sldMk cId="334022869" sldId="274"/>
            <ac:grpSpMk id="73" creationId="{7664F850-BA8B-47AE-B11A-225CAB8969F1}"/>
          </ac:grpSpMkLst>
        </pc:grpChg>
        <pc:grpChg chg="add">
          <ac:chgData name="Sidnei Gomes de Almeida Junior" userId="eec3f0bb295ba151" providerId="LiveId" clId="{45E38AC1-4B67-4187-9BEB-E7926C471F70}" dt="2021-09-25T16:08:36.796" v="687" actId="26606"/>
          <ac:grpSpMkLst>
            <pc:docMk/>
            <pc:sldMk cId="334022869" sldId="274"/>
            <ac:grpSpMk id="87" creationId="{BC659EEB-C3AE-4544-8263-417009DCDF41}"/>
          </ac:grpSpMkLst>
        </pc:grpChg>
        <pc:picChg chg="add mod ord">
          <ac:chgData name="Sidnei Gomes de Almeida Junior" userId="eec3f0bb295ba151" providerId="LiveId" clId="{45E38AC1-4B67-4187-9BEB-E7926C471F70}" dt="2021-09-25T16:09:06.226" v="694" actId="14100"/>
          <ac:picMkLst>
            <pc:docMk/>
            <pc:sldMk cId="334022869" sldId="274"/>
            <ac:picMk id="6146" creationId="{20366798-52E1-441C-82DD-9CED35A4277C}"/>
          </ac:picMkLst>
        </pc:picChg>
        <pc:picChg chg="add mod">
          <ac:chgData name="Sidnei Gomes de Almeida Junior" userId="eec3f0bb295ba151" providerId="LiveId" clId="{45E38AC1-4B67-4187-9BEB-E7926C471F70}" dt="2021-09-25T16:08:36.796" v="687" actId="26606"/>
          <ac:picMkLst>
            <pc:docMk/>
            <pc:sldMk cId="334022869" sldId="274"/>
            <ac:picMk id="6148" creationId="{63F5AAD3-2E6E-4510-9640-D755C72EE94E}"/>
          </ac:picMkLst>
        </pc:picChg>
        <pc:cxnChg chg="add">
          <ac:chgData name="Sidnei Gomes de Almeida Junior" userId="eec3f0bb295ba151" providerId="LiveId" clId="{45E38AC1-4B67-4187-9BEB-E7926C471F70}" dt="2021-09-25T16:08:36.796" v="687" actId="26606"/>
          <ac:cxnSpMkLst>
            <pc:docMk/>
            <pc:sldMk cId="334022869" sldId="274"/>
            <ac:cxnSpMk id="100" creationId="{14AA3B5C-0C55-4FFF-9C45-8F9F7C074A4E}"/>
          </ac:cxnSpMkLst>
        </pc:cxnChg>
      </pc:sldChg>
      <pc:sldChg chg="addSp delSp modSp new mod setBg">
        <pc:chgData name="Sidnei Gomes de Almeida Junior" userId="eec3f0bb295ba151" providerId="LiveId" clId="{45E38AC1-4B67-4187-9BEB-E7926C471F70}" dt="2021-09-25T16:10:07.495" v="701" actId="26606"/>
        <pc:sldMkLst>
          <pc:docMk/>
          <pc:sldMk cId="3907314708" sldId="275"/>
        </pc:sldMkLst>
        <pc:spChg chg="del">
          <ac:chgData name="Sidnei Gomes de Almeida Junior" userId="eec3f0bb295ba151" providerId="LiveId" clId="{45E38AC1-4B67-4187-9BEB-E7926C471F70}" dt="2021-09-25T16:10:00.792" v="697" actId="478"/>
          <ac:spMkLst>
            <pc:docMk/>
            <pc:sldMk cId="3907314708" sldId="275"/>
            <ac:spMk id="2" creationId="{FD2E4D20-1AA1-4589-AE3E-6DCC7B23EA4D}"/>
          </ac:spMkLst>
        </pc:spChg>
        <pc:spChg chg="del">
          <ac:chgData name="Sidnei Gomes de Almeida Junior" userId="eec3f0bb295ba151" providerId="LiveId" clId="{45E38AC1-4B67-4187-9BEB-E7926C471F70}" dt="2021-09-25T16:09:59.766" v="696" actId="478"/>
          <ac:spMkLst>
            <pc:docMk/>
            <pc:sldMk cId="3907314708" sldId="275"/>
            <ac:spMk id="3" creationId="{7D65143B-7D27-4C1C-9715-BEFDBACFDE26}"/>
          </ac:spMkLst>
        </pc:spChg>
        <pc:spChg chg="add del">
          <ac:chgData name="Sidnei Gomes de Almeida Junior" userId="eec3f0bb295ba151" providerId="LiveId" clId="{45E38AC1-4B67-4187-9BEB-E7926C471F70}" dt="2021-09-25T16:10:05.468" v="700" actId="26606"/>
          <ac:spMkLst>
            <pc:docMk/>
            <pc:sldMk cId="3907314708" sldId="275"/>
            <ac:spMk id="83" creationId="{03E8462A-FEBA-4848-81CC-3F8DA3E477BE}"/>
          </ac:spMkLst>
        </pc:spChg>
        <pc:spChg chg="add del">
          <ac:chgData name="Sidnei Gomes de Almeida Junior" userId="eec3f0bb295ba151" providerId="LiveId" clId="{45E38AC1-4B67-4187-9BEB-E7926C471F70}" dt="2021-09-25T16:10:05.468" v="700" actId="26606"/>
          <ac:spMkLst>
            <pc:docMk/>
            <pc:sldMk cId="3907314708" sldId="275"/>
            <ac:spMk id="96" creationId="{7941F9B1-B01B-4A84-89D9-B169AEB4E456}"/>
          </ac:spMkLst>
        </pc:spChg>
        <pc:spChg chg="add">
          <ac:chgData name="Sidnei Gomes de Almeida Junior" userId="eec3f0bb295ba151" providerId="LiveId" clId="{45E38AC1-4B67-4187-9BEB-E7926C471F70}" dt="2021-09-25T16:10:07.495" v="701" actId="26606"/>
          <ac:spMkLst>
            <pc:docMk/>
            <pc:sldMk cId="3907314708" sldId="275"/>
            <ac:spMk id="7173" creationId="{21029ED5-F105-4DD2-99C8-1E4422817978}"/>
          </ac:spMkLst>
        </pc:spChg>
        <pc:spChg chg="add">
          <ac:chgData name="Sidnei Gomes de Almeida Junior" userId="eec3f0bb295ba151" providerId="LiveId" clId="{45E38AC1-4B67-4187-9BEB-E7926C471F70}" dt="2021-09-25T16:10:07.495" v="701" actId="26606"/>
          <ac:spMkLst>
            <pc:docMk/>
            <pc:sldMk cId="3907314708" sldId="275"/>
            <ac:spMk id="7175" creationId="{5C9652B3-A450-4ED6-8FBF-F536BA60B4D8}"/>
          </ac:spMkLst>
        </pc:spChg>
        <pc:grpChg chg="add del">
          <ac:chgData name="Sidnei Gomes de Almeida Junior" userId="eec3f0bb295ba151" providerId="LiveId" clId="{45E38AC1-4B67-4187-9BEB-E7926C471F70}" dt="2021-09-25T16:10:05.468" v="700" actId="26606"/>
          <ac:grpSpMkLst>
            <pc:docMk/>
            <pc:sldMk cId="3907314708" sldId="275"/>
            <ac:grpSpMk id="71" creationId="{609316A9-990D-4EC3-A671-70EE5C1493A4}"/>
          </ac:grpSpMkLst>
        </pc:grpChg>
        <pc:grpChg chg="add del">
          <ac:chgData name="Sidnei Gomes de Almeida Junior" userId="eec3f0bb295ba151" providerId="LiveId" clId="{45E38AC1-4B67-4187-9BEB-E7926C471F70}" dt="2021-09-25T16:10:05.468" v="700" actId="26606"/>
          <ac:grpSpMkLst>
            <pc:docMk/>
            <pc:sldMk cId="3907314708" sldId="275"/>
            <ac:grpSpMk id="85" creationId="{2109F83F-40FE-4DB3-84CC-09FB3340D06D}"/>
          </ac:grpSpMkLst>
        </pc:grpChg>
        <pc:grpChg chg="add">
          <ac:chgData name="Sidnei Gomes de Almeida Junior" userId="eec3f0bb295ba151" providerId="LiveId" clId="{45E38AC1-4B67-4187-9BEB-E7926C471F70}" dt="2021-09-25T16:10:07.495" v="701" actId="26606"/>
          <ac:grpSpMkLst>
            <pc:docMk/>
            <pc:sldMk cId="3907314708" sldId="275"/>
            <ac:grpSpMk id="7172" creationId="{DDE8DE2B-61C1-46D5-BEB8-521321C182C4}"/>
          </ac:grpSpMkLst>
        </pc:grpChg>
        <pc:grpChg chg="add">
          <ac:chgData name="Sidnei Gomes de Almeida Junior" userId="eec3f0bb295ba151" providerId="LiveId" clId="{45E38AC1-4B67-4187-9BEB-E7926C471F70}" dt="2021-09-25T16:10:07.495" v="701" actId="26606"/>
          <ac:grpSpMkLst>
            <pc:docMk/>
            <pc:sldMk cId="3907314708" sldId="275"/>
            <ac:grpSpMk id="7174" creationId="{2D621E68-BF28-4A1C-B1A2-4E55E139E79A}"/>
          </ac:grpSpMkLst>
        </pc:grpChg>
        <pc:picChg chg="add mod">
          <ac:chgData name="Sidnei Gomes de Almeida Junior" userId="eec3f0bb295ba151" providerId="LiveId" clId="{45E38AC1-4B67-4187-9BEB-E7926C471F70}" dt="2021-09-25T16:10:07.495" v="701" actId="26606"/>
          <ac:picMkLst>
            <pc:docMk/>
            <pc:sldMk cId="3907314708" sldId="275"/>
            <ac:picMk id="7170" creationId="{48DACD86-BCCB-4121-89D8-14072AF28C02}"/>
          </ac:picMkLst>
        </pc:picChg>
      </pc:sldChg>
      <pc:sldChg chg="addSp delSp modSp new mod setBg">
        <pc:chgData name="Sidnei Gomes de Almeida Junior" userId="eec3f0bb295ba151" providerId="LiveId" clId="{45E38AC1-4B67-4187-9BEB-E7926C471F70}" dt="2021-09-25T16:12:00" v="714" actId="26606"/>
        <pc:sldMkLst>
          <pc:docMk/>
          <pc:sldMk cId="3431339868" sldId="276"/>
        </pc:sldMkLst>
        <pc:spChg chg="add del">
          <ac:chgData name="Sidnei Gomes de Almeida Junior" userId="eec3f0bb295ba151" providerId="LiveId" clId="{45E38AC1-4B67-4187-9BEB-E7926C471F70}" dt="2021-09-25T16:11:49.542" v="708" actId="478"/>
          <ac:spMkLst>
            <pc:docMk/>
            <pc:sldMk cId="3431339868" sldId="276"/>
            <ac:spMk id="2" creationId="{059C33EF-EAF2-4F11-AA61-24A573B4D86F}"/>
          </ac:spMkLst>
        </pc:spChg>
        <pc:spChg chg="del">
          <ac:chgData name="Sidnei Gomes de Almeida Junior" userId="eec3f0bb295ba151" providerId="LiveId" clId="{45E38AC1-4B67-4187-9BEB-E7926C471F70}" dt="2021-09-25T16:11:48.748" v="707" actId="478"/>
          <ac:spMkLst>
            <pc:docMk/>
            <pc:sldMk cId="3431339868" sldId="276"/>
            <ac:spMk id="3" creationId="{EEBD7485-700E-48D2-89CC-8EFC844F1DE6}"/>
          </ac:spMkLst>
        </pc:spChg>
        <pc:spChg chg="add del">
          <ac:chgData name="Sidnei Gomes de Almeida Junior" userId="eec3f0bb295ba151" providerId="LiveId" clId="{45E38AC1-4B67-4187-9BEB-E7926C471F70}" dt="2021-09-25T16:11:55.846" v="711" actId="26606"/>
          <ac:spMkLst>
            <pc:docMk/>
            <pc:sldMk cId="3431339868" sldId="276"/>
            <ac:spMk id="85" creationId="{41DC778F-EF1A-4C1B-B1AD-BA37A74E5DD7}"/>
          </ac:spMkLst>
        </pc:spChg>
        <pc:spChg chg="add del">
          <ac:chgData name="Sidnei Gomes de Almeida Junior" userId="eec3f0bb295ba151" providerId="LiveId" clId="{45E38AC1-4B67-4187-9BEB-E7926C471F70}" dt="2021-09-25T16:11:55.846" v="711" actId="26606"/>
          <ac:spMkLst>
            <pc:docMk/>
            <pc:sldMk cId="3431339868" sldId="276"/>
            <ac:spMk id="87" creationId="{613FCDB4-670C-4568-96EE-093382A9E682}"/>
          </ac:spMkLst>
        </pc:spChg>
        <pc:spChg chg="add del">
          <ac:chgData name="Sidnei Gomes de Almeida Junior" userId="eec3f0bb295ba151" providerId="LiveId" clId="{45E38AC1-4B67-4187-9BEB-E7926C471F70}" dt="2021-09-25T16:11:59.992" v="713" actId="26606"/>
          <ac:spMkLst>
            <pc:docMk/>
            <pc:sldMk cId="3431339868" sldId="276"/>
            <ac:spMk id="98" creationId="{7941F9B1-B01B-4A84-89D9-B169AEB4E456}"/>
          </ac:spMkLst>
        </pc:spChg>
        <pc:spChg chg="add del">
          <ac:chgData name="Sidnei Gomes de Almeida Junior" userId="eec3f0bb295ba151" providerId="LiveId" clId="{45E38AC1-4B67-4187-9BEB-E7926C471F70}" dt="2021-09-25T16:11:59.992" v="713" actId="26606"/>
          <ac:spMkLst>
            <pc:docMk/>
            <pc:sldMk cId="3431339868" sldId="276"/>
            <ac:spMk id="8199" creationId="{03E8462A-FEBA-4848-81CC-3F8DA3E477BE}"/>
          </ac:spMkLst>
        </pc:spChg>
        <pc:spChg chg="add">
          <ac:chgData name="Sidnei Gomes de Almeida Junior" userId="eec3f0bb295ba151" providerId="LiveId" clId="{45E38AC1-4B67-4187-9BEB-E7926C471F70}" dt="2021-09-25T16:12:00" v="714" actId="26606"/>
          <ac:spMkLst>
            <pc:docMk/>
            <pc:sldMk cId="3431339868" sldId="276"/>
            <ac:spMk id="8203" creationId="{41DC778F-EF1A-4C1B-B1AD-BA37A74E5DD7}"/>
          </ac:spMkLst>
        </pc:spChg>
        <pc:spChg chg="add">
          <ac:chgData name="Sidnei Gomes de Almeida Junior" userId="eec3f0bb295ba151" providerId="LiveId" clId="{45E38AC1-4B67-4187-9BEB-E7926C471F70}" dt="2021-09-25T16:12:00" v="714" actId="26606"/>
          <ac:spMkLst>
            <pc:docMk/>
            <pc:sldMk cId="3431339868" sldId="276"/>
            <ac:spMk id="8204" creationId="{613FCDB4-670C-4568-96EE-093382A9E682}"/>
          </ac:spMkLst>
        </pc:spChg>
        <pc:grpChg chg="add del">
          <ac:chgData name="Sidnei Gomes de Almeida Junior" userId="eec3f0bb295ba151" providerId="LiveId" clId="{45E38AC1-4B67-4187-9BEB-E7926C471F70}" dt="2021-09-25T16:11:55.846" v="711" actId="26606"/>
          <ac:grpSpMkLst>
            <pc:docMk/>
            <pc:sldMk cId="3431339868" sldId="276"/>
            <ac:grpSpMk id="73" creationId="{1E721C1C-25F9-4317-B872-2444BC5A8F88}"/>
          </ac:grpSpMkLst>
        </pc:grpChg>
        <pc:grpChg chg="add del">
          <ac:chgData name="Sidnei Gomes de Almeida Junior" userId="eec3f0bb295ba151" providerId="LiveId" clId="{45E38AC1-4B67-4187-9BEB-E7926C471F70}" dt="2021-09-25T16:11:59.992" v="713" actId="26606"/>
          <ac:grpSpMkLst>
            <pc:docMk/>
            <pc:sldMk cId="3431339868" sldId="276"/>
            <ac:grpSpMk id="8198" creationId="{5F054EF5-EFE6-45A2-834C-0F0931F39F1E}"/>
          </ac:grpSpMkLst>
        </pc:grpChg>
        <pc:grpChg chg="add del">
          <ac:chgData name="Sidnei Gomes de Almeida Junior" userId="eec3f0bb295ba151" providerId="LiveId" clId="{45E38AC1-4B67-4187-9BEB-E7926C471F70}" dt="2021-09-25T16:11:59.992" v="713" actId="26606"/>
          <ac:grpSpMkLst>
            <pc:docMk/>
            <pc:sldMk cId="3431339868" sldId="276"/>
            <ac:grpSpMk id="8200" creationId="{2109F83F-40FE-4DB3-84CC-09FB3340D06D}"/>
          </ac:grpSpMkLst>
        </pc:grpChg>
        <pc:grpChg chg="add">
          <ac:chgData name="Sidnei Gomes de Almeida Junior" userId="eec3f0bb295ba151" providerId="LiveId" clId="{45E38AC1-4B67-4187-9BEB-E7926C471F70}" dt="2021-09-25T16:12:00" v="714" actId="26606"/>
          <ac:grpSpMkLst>
            <pc:docMk/>
            <pc:sldMk cId="3431339868" sldId="276"/>
            <ac:grpSpMk id="8202" creationId="{1E721C1C-25F9-4317-B872-2444BC5A8F88}"/>
          </ac:grpSpMkLst>
        </pc:grpChg>
        <pc:picChg chg="add del">
          <ac:chgData name="Sidnei Gomes de Almeida Junior" userId="eec3f0bb295ba151" providerId="LiveId" clId="{45E38AC1-4B67-4187-9BEB-E7926C471F70}" dt="2021-09-25T16:11:46.345" v="706"/>
          <ac:picMkLst>
            <pc:docMk/>
            <pc:sldMk cId="3431339868" sldId="276"/>
            <ac:picMk id="8194" creationId="{FE6C6B7E-5AB4-4307-AB66-280D72F68B7C}"/>
          </ac:picMkLst>
        </pc:picChg>
        <pc:picChg chg="add mod">
          <ac:chgData name="Sidnei Gomes de Almeida Junior" userId="eec3f0bb295ba151" providerId="LiveId" clId="{45E38AC1-4B67-4187-9BEB-E7926C471F70}" dt="2021-09-25T16:12:00" v="714" actId="26606"/>
          <ac:picMkLst>
            <pc:docMk/>
            <pc:sldMk cId="3431339868" sldId="276"/>
            <ac:picMk id="8196" creationId="{7FC16387-8256-4321-A937-4C50B0266C5D}"/>
          </ac:picMkLst>
        </pc:picChg>
      </pc:sldChg>
      <pc:sldChg chg="modSp new mod ord">
        <pc:chgData name="Sidnei Gomes de Almeida Junior" userId="eec3f0bb295ba151" providerId="LiveId" clId="{45E38AC1-4B67-4187-9BEB-E7926C471F70}" dt="2021-09-25T16:42:35.477" v="1470" actId="20577"/>
        <pc:sldMkLst>
          <pc:docMk/>
          <pc:sldMk cId="2132793597" sldId="277"/>
        </pc:sldMkLst>
        <pc:spChg chg="mod">
          <ac:chgData name="Sidnei Gomes de Almeida Junior" userId="eec3f0bb295ba151" providerId="LiveId" clId="{45E38AC1-4B67-4187-9BEB-E7926C471F70}" dt="2021-09-25T16:20:51.563" v="991" actId="1076"/>
          <ac:spMkLst>
            <pc:docMk/>
            <pc:sldMk cId="2132793597" sldId="277"/>
            <ac:spMk id="2" creationId="{BA66C03B-E915-4915-9C7D-C5DAA48F4A19}"/>
          </ac:spMkLst>
        </pc:spChg>
        <pc:spChg chg="mod">
          <ac:chgData name="Sidnei Gomes de Almeida Junior" userId="eec3f0bb295ba151" providerId="LiveId" clId="{45E38AC1-4B67-4187-9BEB-E7926C471F70}" dt="2021-09-25T16:42:35.477" v="1470" actId="20577"/>
          <ac:spMkLst>
            <pc:docMk/>
            <pc:sldMk cId="2132793597" sldId="277"/>
            <ac:spMk id="3" creationId="{637FD613-5EBF-4BCC-92F0-1BA5B8AA010F}"/>
          </ac:spMkLst>
        </pc:spChg>
      </pc:sldChg>
      <pc:sldChg chg="addSp delSp modSp add mod ord setBg setClrOvrMap">
        <pc:chgData name="Sidnei Gomes de Almeida Junior" userId="eec3f0bb295ba151" providerId="LiveId" clId="{45E38AC1-4B67-4187-9BEB-E7926C471F70}" dt="2021-09-25T16:17:00.633" v="738" actId="166"/>
        <pc:sldMkLst>
          <pc:docMk/>
          <pc:sldMk cId="543754106" sldId="278"/>
        </pc:sldMkLst>
        <pc:spChg chg="del mod ord">
          <ac:chgData name="Sidnei Gomes de Almeida Junior" userId="eec3f0bb295ba151" providerId="LiveId" clId="{45E38AC1-4B67-4187-9BEB-E7926C471F70}" dt="2021-09-25T16:16:15.664" v="731" actId="478"/>
          <ac:spMkLst>
            <pc:docMk/>
            <pc:sldMk cId="543754106" sldId="278"/>
            <ac:spMk id="2" creationId="{DD087500-C467-46F3-A718-3F75F48CE238}"/>
          </ac:spMkLst>
        </pc:spChg>
        <pc:spChg chg="del">
          <ac:chgData name="Sidnei Gomes de Almeida Junior" userId="eec3f0bb295ba151" providerId="LiveId" clId="{45E38AC1-4B67-4187-9BEB-E7926C471F70}" dt="2021-09-25T16:15:18.483" v="721" actId="478"/>
          <ac:spMkLst>
            <pc:docMk/>
            <pc:sldMk cId="543754106" sldId="278"/>
            <ac:spMk id="3" creationId="{6C5739AD-22B6-4640-8B9E-F662F8F9F251}"/>
          </ac:spMkLst>
        </pc:spChg>
        <pc:spChg chg="add del mod">
          <ac:chgData name="Sidnei Gomes de Almeida Junior" userId="eec3f0bb295ba151" providerId="LiveId" clId="{45E38AC1-4B67-4187-9BEB-E7926C471F70}" dt="2021-09-25T16:15:20.901" v="722" actId="478"/>
          <ac:spMkLst>
            <pc:docMk/>
            <pc:sldMk cId="543754106" sldId="278"/>
            <ac:spMk id="5" creationId="{01D7813D-1EB5-4C52-8816-3AD49D00330B}"/>
          </ac:spMkLst>
        </pc:spChg>
        <pc:spChg chg="add del mod">
          <ac:chgData name="Sidnei Gomes de Almeida Junior" userId="eec3f0bb295ba151" providerId="LiveId" clId="{45E38AC1-4B67-4187-9BEB-E7926C471F70}" dt="2021-09-25T16:16:25.324" v="733" actId="478"/>
          <ac:spMkLst>
            <pc:docMk/>
            <pc:sldMk cId="543754106" sldId="278"/>
            <ac:spMk id="7" creationId="{130E2CC8-0BDD-4661-99EA-9B6F49A1FD0C}"/>
          </ac:spMkLst>
        </pc:spChg>
        <pc:spChg chg="add">
          <ac:chgData name="Sidnei Gomes de Almeida Junior" userId="eec3f0bb295ba151" providerId="LiveId" clId="{45E38AC1-4B67-4187-9BEB-E7926C471F70}" dt="2021-09-25T16:16:12.192" v="730" actId="26606"/>
          <ac:spMkLst>
            <pc:docMk/>
            <pc:sldMk cId="543754106" sldId="278"/>
            <ac:spMk id="135" creationId="{7815DC60-3142-4171-B7AD-13B6FD265C6B}"/>
          </ac:spMkLst>
        </pc:spChg>
        <pc:spChg chg="add">
          <ac:chgData name="Sidnei Gomes de Almeida Junior" userId="eec3f0bb295ba151" providerId="LiveId" clId="{45E38AC1-4B67-4187-9BEB-E7926C471F70}" dt="2021-09-25T16:16:12.192" v="730" actId="26606"/>
          <ac:spMkLst>
            <pc:docMk/>
            <pc:sldMk cId="543754106" sldId="278"/>
            <ac:spMk id="137" creationId="{3A459D44-E95C-4AB2-9D79-7C182560C4A9}"/>
          </ac:spMkLst>
        </pc:spChg>
        <pc:picChg chg="mod ord">
          <ac:chgData name="Sidnei Gomes de Almeida Junior" userId="eec3f0bb295ba151" providerId="LiveId" clId="{45E38AC1-4B67-4187-9BEB-E7926C471F70}" dt="2021-09-25T16:17:00.633" v="738" actId="166"/>
          <ac:picMkLst>
            <pc:docMk/>
            <pc:sldMk cId="543754106" sldId="278"/>
            <ac:picMk id="1026" creationId="{8617ED22-ADE9-4B73-8AD4-8EA47689C1E5}"/>
          </ac:picMkLst>
        </pc:picChg>
        <pc:picChg chg="add mod">
          <ac:chgData name="Sidnei Gomes de Almeida Junior" userId="eec3f0bb295ba151" providerId="LiveId" clId="{45E38AC1-4B67-4187-9BEB-E7926C471F70}" dt="2021-09-25T16:16:12.192" v="730" actId="26606"/>
          <ac:picMkLst>
            <pc:docMk/>
            <pc:sldMk cId="543754106" sldId="278"/>
            <ac:picMk id="9218" creationId="{5666EC18-85D3-4D12-B63E-13FAC11F8878}"/>
          </ac:picMkLst>
        </pc:picChg>
      </pc:sldChg>
      <pc:sldChg chg="addSp delSp modSp new mod setBg">
        <pc:chgData name="Sidnei Gomes de Almeida Junior" userId="eec3f0bb295ba151" providerId="LiveId" clId="{45E38AC1-4B67-4187-9BEB-E7926C471F70}" dt="2021-09-25T16:34:14.333" v="1057" actId="26606"/>
        <pc:sldMkLst>
          <pc:docMk/>
          <pc:sldMk cId="3938519888" sldId="279"/>
        </pc:sldMkLst>
        <pc:spChg chg="add del">
          <ac:chgData name="Sidnei Gomes de Almeida Junior" userId="eec3f0bb295ba151" providerId="LiveId" clId="{45E38AC1-4B67-4187-9BEB-E7926C471F70}" dt="2021-09-25T16:34:12.688" v="1056" actId="478"/>
          <ac:spMkLst>
            <pc:docMk/>
            <pc:sldMk cId="3938519888" sldId="279"/>
            <ac:spMk id="2" creationId="{EFADF373-C27F-499A-9F29-D09B692E1C83}"/>
          </ac:spMkLst>
        </pc:spChg>
        <pc:spChg chg="del">
          <ac:chgData name="Sidnei Gomes de Almeida Junior" userId="eec3f0bb295ba151" providerId="LiveId" clId="{45E38AC1-4B67-4187-9BEB-E7926C471F70}" dt="2021-09-25T16:34:05.165" v="1055"/>
          <ac:spMkLst>
            <pc:docMk/>
            <pc:sldMk cId="3938519888" sldId="279"/>
            <ac:spMk id="3" creationId="{39CCC119-9F41-49FB-980E-92AAAF6590AF}"/>
          </ac:spMkLst>
        </pc:spChg>
        <pc:spChg chg="add">
          <ac:chgData name="Sidnei Gomes de Almeida Junior" userId="eec3f0bb295ba151" providerId="LiveId" clId="{45E38AC1-4B67-4187-9BEB-E7926C471F70}" dt="2021-09-25T16:34:14.333" v="1057" actId="26606"/>
          <ac:spMkLst>
            <pc:docMk/>
            <pc:sldMk cId="3938519888" sldId="279"/>
            <ac:spMk id="83" creationId="{377F545A-A4BF-4D23-B82E-2D33535D6006}"/>
          </ac:spMkLst>
        </pc:spChg>
        <pc:grpChg chg="add">
          <ac:chgData name="Sidnei Gomes de Almeida Junior" userId="eec3f0bb295ba151" providerId="LiveId" clId="{45E38AC1-4B67-4187-9BEB-E7926C471F70}" dt="2021-09-25T16:34:14.333" v="1057" actId="26606"/>
          <ac:grpSpMkLst>
            <pc:docMk/>
            <pc:sldMk cId="3938519888" sldId="279"/>
            <ac:grpSpMk id="71" creationId="{1E721C1C-25F9-4317-B872-2444BC5A8F88}"/>
          </ac:grpSpMkLst>
        </pc:grpChg>
        <pc:picChg chg="add mod">
          <ac:chgData name="Sidnei Gomes de Almeida Junior" userId="eec3f0bb295ba151" providerId="LiveId" clId="{45E38AC1-4B67-4187-9BEB-E7926C471F70}" dt="2021-09-25T16:34:14.333" v="1057" actId="26606"/>
          <ac:picMkLst>
            <pc:docMk/>
            <pc:sldMk cId="3938519888" sldId="279"/>
            <ac:picMk id="10242" creationId="{15338A59-05DB-4E8B-854A-07461A12361B}"/>
          </ac:picMkLst>
        </pc:picChg>
      </pc:sldChg>
      <pc:sldChg chg="modSp add mod">
        <pc:chgData name="Sidnei Gomes de Almeida Junior" userId="eec3f0bb295ba151" providerId="LiveId" clId="{45E38AC1-4B67-4187-9BEB-E7926C471F70}" dt="2021-09-25T16:23:03.397" v="1054" actId="14100"/>
        <pc:sldMkLst>
          <pc:docMk/>
          <pc:sldMk cId="2936120685" sldId="280"/>
        </pc:sldMkLst>
        <pc:spChg chg="mod">
          <ac:chgData name="Sidnei Gomes de Almeida Junior" userId="eec3f0bb295ba151" providerId="LiveId" clId="{45E38AC1-4B67-4187-9BEB-E7926C471F70}" dt="2021-09-25T16:22:02.539" v="1014" actId="404"/>
          <ac:spMkLst>
            <pc:docMk/>
            <pc:sldMk cId="2936120685" sldId="280"/>
            <ac:spMk id="2" creationId="{BA66C03B-E915-4915-9C7D-C5DAA48F4A19}"/>
          </ac:spMkLst>
        </pc:spChg>
        <pc:spChg chg="mod">
          <ac:chgData name="Sidnei Gomes de Almeida Junior" userId="eec3f0bb295ba151" providerId="LiveId" clId="{45E38AC1-4B67-4187-9BEB-E7926C471F70}" dt="2021-09-25T16:23:03.397" v="1054" actId="14100"/>
          <ac:spMkLst>
            <pc:docMk/>
            <pc:sldMk cId="2936120685" sldId="280"/>
            <ac:spMk id="3" creationId="{637FD613-5EBF-4BCC-92F0-1BA5B8AA010F}"/>
          </ac:spMkLst>
        </pc:spChg>
      </pc:sldChg>
      <pc:sldChg chg="delSp modSp new mod">
        <pc:chgData name="Sidnei Gomes de Almeida Junior" userId="eec3f0bb295ba151" providerId="LiveId" clId="{45E38AC1-4B67-4187-9BEB-E7926C471F70}" dt="2021-09-25T16:35:47.807" v="1105" actId="20577"/>
        <pc:sldMkLst>
          <pc:docMk/>
          <pc:sldMk cId="616406703" sldId="281"/>
        </pc:sldMkLst>
        <pc:spChg chg="mod">
          <ac:chgData name="Sidnei Gomes de Almeida Junior" userId="eec3f0bb295ba151" providerId="LiveId" clId="{45E38AC1-4B67-4187-9BEB-E7926C471F70}" dt="2021-09-25T16:35:47.807" v="1105" actId="20577"/>
          <ac:spMkLst>
            <pc:docMk/>
            <pc:sldMk cId="616406703" sldId="281"/>
            <ac:spMk id="2" creationId="{AB29E9E7-B6ED-49B4-B48D-7C01A2C7DE65}"/>
          </ac:spMkLst>
        </pc:spChg>
        <pc:spChg chg="del">
          <ac:chgData name="Sidnei Gomes de Almeida Junior" userId="eec3f0bb295ba151" providerId="LiveId" clId="{45E38AC1-4B67-4187-9BEB-E7926C471F70}" dt="2021-09-25T16:34:54.268" v="1060" actId="478"/>
          <ac:spMkLst>
            <pc:docMk/>
            <pc:sldMk cId="616406703" sldId="281"/>
            <ac:spMk id="3" creationId="{7A6AC181-87B6-46C6-AB07-0BBBC8D2CDCE}"/>
          </ac:spMkLst>
        </pc:spChg>
      </pc:sldChg>
      <pc:sldChg chg="addSp delSp modSp new mod">
        <pc:chgData name="Sidnei Gomes de Almeida Junior" userId="eec3f0bb295ba151" providerId="LiveId" clId="{45E38AC1-4B67-4187-9BEB-E7926C471F70}" dt="2021-09-25T16:42:47.217" v="1482" actId="6549"/>
        <pc:sldMkLst>
          <pc:docMk/>
          <pc:sldMk cId="2209098832" sldId="282"/>
        </pc:sldMkLst>
        <pc:spChg chg="mod">
          <ac:chgData name="Sidnei Gomes de Almeida Junior" userId="eec3f0bb295ba151" providerId="LiveId" clId="{45E38AC1-4B67-4187-9BEB-E7926C471F70}" dt="2021-09-25T16:36:38.388" v="1124" actId="20577"/>
          <ac:spMkLst>
            <pc:docMk/>
            <pc:sldMk cId="2209098832" sldId="282"/>
            <ac:spMk id="2" creationId="{8A5163CC-B827-416D-BEC1-C7EFF8A0A26B}"/>
          </ac:spMkLst>
        </pc:spChg>
        <pc:spChg chg="del">
          <ac:chgData name="Sidnei Gomes de Almeida Junior" userId="eec3f0bb295ba151" providerId="LiveId" clId="{45E38AC1-4B67-4187-9BEB-E7926C471F70}" dt="2021-09-25T16:36:47.088" v="1125" actId="478"/>
          <ac:spMkLst>
            <pc:docMk/>
            <pc:sldMk cId="2209098832" sldId="282"/>
            <ac:spMk id="3" creationId="{42DFEAC8-112D-48F2-8B58-3F17901ECA34}"/>
          </ac:spMkLst>
        </pc:spChg>
        <pc:spChg chg="add mod">
          <ac:chgData name="Sidnei Gomes de Almeida Junior" userId="eec3f0bb295ba151" providerId="LiveId" clId="{45E38AC1-4B67-4187-9BEB-E7926C471F70}" dt="2021-09-25T16:42:47.217" v="1482" actId="6549"/>
          <ac:spMkLst>
            <pc:docMk/>
            <pc:sldMk cId="2209098832" sldId="282"/>
            <ac:spMk id="4" creationId="{AC8418FF-F866-45E6-9FF5-E3282B9352C1}"/>
          </ac:spMkLst>
        </pc:spChg>
      </pc:sldChg>
      <pc:sldChg chg="modSp new mod">
        <pc:chgData name="Sidnei Gomes de Almeida Junior" userId="eec3f0bb295ba151" providerId="LiveId" clId="{45E38AC1-4B67-4187-9BEB-E7926C471F70}" dt="2021-09-25T16:41:53.722" v="1455" actId="403"/>
        <pc:sldMkLst>
          <pc:docMk/>
          <pc:sldMk cId="2766550371" sldId="283"/>
        </pc:sldMkLst>
        <pc:spChg chg="mod">
          <ac:chgData name="Sidnei Gomes de Almeida Junior" userId="eec3f0bb295ba151" providerId="LiveId" clId="{45E38AC1-4B67-4187-9BEB-E7926C471F70}" dt="2021-09-25T16:41:53.722" v="1455" actId="403"/>
          <ac:spMkLst>
            <pc:docMk/>
            <pc:sldMk cId="2766550371" sldId="283"/>
            <ac:spMk id="2" creationId="{6ADDA071-6A26-461D-8D69-6F1CC864336D}"/>
          </ac:spMkLst>
        </pc:spChg>
        <pc:spChg chg="mod">
          <ac:chgData name="Sidnei Gomes de Almeida Junior" userId="eec3f0bb295ba151" providerId="LiveId" clId="{45E38AC1-4B67-4187-9BEB-E7926C471F70}" dt="2021-09-25T16:41:48.982" v="1453" actId="403"/>
          <ac:spMkLst>
            <pc:docMk/>
            <pc:sldMk cId="2766550371" sldId="283"/>
            <ac:spMk id="3" creationId="{AE1A4B7B-A4BA-4DEE-8662-E8C919C58036}"/>
          </ac:spMkLst>
        </pc:spChg>
      </pc:sldChg>
      <pc:sldChg chg="modSp new mod">
        <pc:chgData name="Sidnei Gomes de Almeida Junior" userId="eec3f0bb295ba151" providerId="LiveId" clId="{45E38AC1-4B67-4187-9BEB-E7926C471F70}" dt="2021-09-25T16:56:52.200" v="1853" actId="404"/>
        <pc:sldMkLst>
          <pc:docMk/>
          <pc:sldMk cId="2555889862" sldId="284"/>
        </pc:sldMkLst>
        <pc:spChg chg="mod">
          <ac:chgData name="Sidnei Gomes de Almeida Junior" userId="eec3f0bb295ba151" providerId="LiveId" clId="{45E38AC1-4B67-4187-9BEB-E7926C471F70}" dt="2021-09-25T16:50:10.844" v="1616" actId="1076"/>
          <ac:spMkLst>
            <pc:docMk/>
            <pc:sldMk cId="2555889862" sldId="284"/>
            <ac:spMk id="2" creationId="{C67ED843-5B36-45D8-8A30-2DEB4EA47A93}"/>
          </ac:spMkLst>
        </pc:spChg>
        <pc:spChg chg="mod">
          <ac:chgData name="Sidnei Gomes de Almeida Junior" userId="eec3f0bb295ba151" providerId="LiveId" clId="{45E38AC1-4B67-4187-9BEB-E7926C471F70}" dt="2021-09-25T16:56:52.200" v="1853" actId="404"/>
          <ac:spMkLst>
            <pc:docMk/>
            <pc:sldMk cId="2555889862" sldId="284"/>
            <ac:spMk id="3" creationId="{E0BF1E6D-1BFA-4D8A-A23B-2313C5A320C7}"/>
          </ac:spMkLst>
        </pc:spChg>
      </pc:sldChg>
      <pc:sldChg chg="addSp delSp modSp new mod setBg">
        <pc:chgData name="Sidnei Gomes de Almeida Junior" userId="eec3f0bb295ba151" providerId="LiveId" clId="{45E38AC1-4B67-4187-9BEB-E7926C471F70}" dt="2021-09-25T16:58:08.773" v="1858" actId="26606"/>
        <pc:sldMkLst>
          <pc:docMk/>
          <pc:sldMk cId="1286584331" sldId="285"/>
        </pc:sldMkLst>
        <pc:spChg chg="del">
          <ac:chgData name="Sidnei Gomes de Almeida Junior" userId="eec3f0bb295ba151" providerId="LiveId" clId="{45E38AC1-4B67-4187-9BEB-E7926C471F70}" dt="2021-09-25T16:57:28.434" v="1855" actId="478"/>
          <ac:spMkLst>
            <pc:docMk/>
            <pc:sldMk cId="1286584331" sldId="285"/>
            <ac:spMk id="2" creationId="{0BDF18AD-95BF-4021-B69F-B6268AE45514}"/>
          </ac:spMkLst>
        </pc:spChg>
        <pc:spChg chg="del">
          <ac:chgData name="Sidnei Gomes de Almeida Junior" userId="eec3f0bb295ba151" providerId="LiveId" clId="{45E38AC1-4B67-4187-9BEB-E7926C471F70}" dt="2021-09-25T16:57:27.263" v="1854" actId="478"/>
          <ac:spMkLst>
            <pc:docMk/>
            <pc:sldMk cId="1286584331" sldId="285"/>
            <ac:spMk id="3" creationId="{C8EE91EE-C95D-4E96-A4B3-B3AC61262BF1}"/>
          </ac:spMkLst>
        </pc:spChg>
        <pc:spChg chg="add">
          <ac:chgData name="Sidnei Gomes de Almeida Junior" userId="eec3f0bb295ba151" providerId="LiveId" clId="{45E38AC1-4B67-4187-9BEB-E7926C471F70}" dt="2021-09-25T16:58:08.773" v="1858" actId="26606"/>
          <ac:spMkLst>
            <pc:docMk/>
            <pc:sldMk cId="1286584331" sldId="285"/>
            <ac:spMk id="85" creationId="{7459C506-5F4B-4B75-9218-C7C3F87FA8D3}"/>
          </ac:spMkLst>
        </pc:spChg>
        <pc:spChg chg="add">
          <ac:chgData name="Sidnei Gomes de Almeida Junior" userId="eec3f0bb295ba151" providerId="LiveId" clId="{45E38AC1-4B67-4187-9BEB-E7926C471F70}" dt="2021-09-25T16:58:08.773" v="1858" actId="26606"/>
          <ac:spMkLst>
            <pc:docMk/>
            <pc:sldMk cId="1286584331" sldId="285"/>
            <ac:spMk id="98" creationId="{4E74DA95-CD7A-4D5E-9D27-67A759CE708D}"/>
          </ac:spMkLst>
        </pc:spChg>
        <pc:grpChg chg="add">
          <ac:chgData name="Sidnei Gomes de Almeida Junior" userId="eec3f0bb295ba151" providerId="LiveId" clId="{45E38AC1-4B67-4187-9BEB-E7926C471F70}" dt="2021-09-25T16:58:08.773" v="1858" actId="26606"/>
          <ac:grpSpMkLst>
            <pc:docMk/>
            <pc:sldMk cId="1286584331" sldId="285"/>
            <ac:grpSpMk id="73" creationId="{7664F850-BA8B-47AE-B11A-225CAB8969F1}"/>
          </ac:grpSpMkLst>
        </pc:grpChg>
        <pc:grpChg chg="add">
          <ac:chgData name="Sidnei Gomes de Almeida Junior" userId="eec3f0bb295ba151" providerId="LiveId" clId="{45E38AC1-4B67-4187-9BEB-E7926C471F70}" dt="2021-09-25T16:58:08.773" v="1858" actId="26606"/>
          <ac:grpSpMkLst>
            <pc:docMk/>
            <pc:sldMk cId="1286584331" sldId="285"/>
            <ac:grpSpMk id="87" creationId="{BC659EEB-C3AE-4544-8263-417009DCDF41}"/>
          </ac:grpSpMkLst>
        </pc:grpChg>
        <pc:picChg chg="add mod">
          <ac:chgData name="Sidnei Gomes de Almeida Junior" userId="eec3f0bb295ba151" providerId="LiveId" clId="{45E38AC1-4B67-4187-9BEB-E7926C471F70}" dt="2021-09-25T16:58:08.773" v="1858" actId="26606"/>
          <ac:picMkLst>
            <pc:docMk/>
            <pc:sldMk cId="1286584331" sldId="285"/>
            <ac:picMk id="13314" creationId="{7E288C60-C36C-4242-B23C-3753B113D2A6}"/>
          </ac:picMkLst>
        </pc:picChg>
        <pc:picChg chg="add mod">
          <ac:chgData name="Sidnei Gomes de Almeida Junior" userId="eec3f0bb295ba151" providerId="LiveId" clId="{45E38AC1-4B67-4187-9BEB-E7926C471F70}" dt="2021-09-25T16:58:08.773" v="1858" actId="26606"/>
          <ac:picMkLst>
            <pc:docMk/>
            <pc:sldMk cId="1286584331" sldId="285"/>
            <ac:picMk id="13316" creationId="{9E6537A8-FCE6-4CA9-868C-DF94395B8324}"/>
          </ac:picMkLst>
        </pc:picChg>
        <pc:cxnChg chg="add">
          <ac:chgData name="Sidnei Gomes de Almeida Junior" userId="eec3f0bb295ba151" providerId="LiveId" clId="{45E38AC1-4B67-4187-9BEB-E7926C471F70}" dt="2021-09-25T16:58:08.773" v="1858" actId="26606"/>
          <ac:cxnSpMkLst>
            <pc:docMk/>
            <pc:sldMk cId="1286584331" sldId="285"/>
            <ac:cxnSpMk id="100" creationId="{14AA3B5C-0C55-4FFF-9C45-8F9F7C074A4E}"/>
          </ac:cxnSpMkLst>
        </pc:cxnChg>
      </pc:sldChg>
      <pc:sldChg chg="modSp new mod">
        <pc:chgData name="Sidnei Gomes de Almeida Junior" userId="eec3f0bb295ba151" providerId="LiveId" clId="{45E38AC1-4B67-4187-9BEB-E7926C471F70}" dt="2021-09-25T17:01:18.124" v="2036" actId="403"/>
        <pc:sldMkLst>
          <pc:docMk/>
          <pc:sldMk cId="3566713653" sldId="286"/>
        </pc:sldMkLst>
        <pc:spChg chg="mod">
          <ac:chgData name="Sidnei Gomes de Almeida Junior" userId="eec3f0bb295ba151" providerId="LiveId" clId="{45E38AC1-4B67-4187-9BEB-E7926C471F70}" dt="2021-09-25T17:01:18.124" v="2036" actId="403"/>
          <ac:spMkLst>
            <pc:docMk/>
            <pc:sldMk cId="3566713653" sldId="286"/>
            <ac:spMk id="2" creationId="{B0C79561-AB32-49A8-858C-294E696A093E}"/>
          </ac:spMkLst>
        </pc:spChg>
        <pc:spChg chg="mod">
          <ac:chgData name="Sidnei Gomes de Almeida Junior" userId="eec3f0bb295ba151" providerId="LiveId" clId="{45E38AC1-4B67-4187-9BEB-E7926C471F70}" dt="2021-09-25T17:01:13.245" v="2035" actId="14100"/>
          <ac:spMkLst>
            <pc:docMk/>
            <pc:sldMk cId="3566713653" sldId="286"/>
            <ac:spMk id="3" creationId="{C3240481-CFE8-467E-AF6D-2DF293BB3C15}"/>
          </ac:spMkLst>
        </pc:spChg>
      </pc:sldChg>
      <pc:sldChg chg="addSp delSp modSp new mod">
        <pc:chgData name="Sidnei Gomes de Almeida Junior" userId="eec3f0bb295ba151" providerId="LiveId" clId="{45E38AC1-4B67-4187-9BEB-E7926C471F70}" dt="2021-09-25T16:47:26.358" v="1498" actId="1076"/>
        <pc:sldMkLst>
          <pc:docMk/>
          <pc:sldMk cId="2435666248" sldId="287"/>
        </pc:sldMkLst>
        <pc:spChg chg="del">
          <ac:chgData name="Sidnei Gomes de Almeida Junior" userId="eec3f0bb295ba151" providerId="LiveId" clId="{45E38AC1-4B67-4187-9BEB-E7926C471F70}" dt="2021-09-25T16:46:58.046" v="1488" actId="478"/>
          <ac:spMkLst>
            <pc:docMk/>
            <pc:sldMk cId="2435666248" sldId="287"/>
            <ac:spMk id="2" creationId="{354B3B93-6A38-4440-B0C0-0FB82CAF0FE9}"/>
          </ac:spMkLst>
        </pc:spChg>
        <pc:spChg chg="del">
          <ac:chgData name="Sidnei Gomes de Almeida Junior" userId="eec3f0bb295ba151" providerId="LiveId" clId="{45E38AC1-4B67-4187-9BEB-E7926C471F70}" dt="2021-09-25T16:46:56.377" v="1487" actId="478"/>
          <ac:spMkLst>
            <pc:docMk/>
            <pc:sldMk cId="2435666248" sldId="287"/>
            <ac:spMk id="3" creationId="{141F4A64-B685-4F2F-9D15-996BC93DD358}"/>
          </ac:spMkLst>
        </pc:spChg>
        <pc:picChg chg="add mod">
          <ac:chgData name="Sidnei Gomes de Almeida Junior" userId="eec3f0bb295ba151" providerId="LiveId" clId="{45E38AC1-4B67-4187-9BEB-E7926C471F70}" dt="2021-09-25T16:47:23.106" v="1497" actId="1076"/>
          <ac:picMkLst>
            <pc:docMk/>
            <pc:sldMk cId="2435666248" sldId="287"/>
            <ac:picMk id="11266" creationId="{A68394B7-E9D6-4825-88F5-A768EC95B8AE}"/>
          </ac:picMkLst>
        </pc:picChg>
        <pc:picChg chg="add mod">
          <ac:chgData name="Sidnei Gomes de Almeida Junior" userId="eec3f0bb295ba151" providerId="LiveId" clId="{45E38AC1-4B67-4187-9BEB-E7926C471F70}" dt="2021-09-25T16:47:26.358" v="1498" actId="1076"/>
          <ac:picMkLst>
            <pc:docMk/>
            <pc:sldMk cId="2435666248" sldId="287"/>
            <ac:picMk id="11268" creationId="{DD44A32A-256E-4FF4-B7E3-3EB8A4B79741}"/>
          </ac:picMkLst>
        </pc:picChg>
      </pc:sldChg>
      <pc:sldChg chg="addSp delSp modSp new mod setBg">
        <pc:chgData name="Sidnei Gomes de Almeida Junior" userId="eec3f0bb295ba151" providerId="LiveId" clId="{45E38AC1-4B67-4187-9BEB-E7926C471F70}" dt="2021-09-25T16:53:30.223" v="1757" actId="26606"/>
        <pc:sldMkLst>
          <pc:docMk/>
          <pc:sldMk cId="2771980360" sldId="288"/>
        </pc:sldMkLst>
        <pc:spChg chg="del">
          <ac:chgData name="Sidnei Gomes de Almeida Junior" userId="eec3f0bb295ba151" providerId="LiveId" clId="{45E38AC1-4B67-4187-9BEB-E7926C471F70}" dt="2021-09-25T16:52:06.428" v="1744" actId="478"/>
          <ac:spMkLst>
            <pc:docMk/>
            <pc:sldMk cId="2771980360" sldId="288"/>
            <ac:spMk id="2" creationId="{8003C229-6E08-41F7-A082-913A4BCF0BB3}"/>
          </ac:spMkLst>
        </pc:spChg>
        <pc:spChg chg="del">
          <ac:chgData name="Sidnei Gomes de Almeida Junior" userId="eec3f0bb295ba151" providerId="LiveId" clId="{45E38AC1-4B67-4187-9BEB-E7926C471F70}" dt="2021-09-25T16:52:04.763" v="1743" actId="478"/>
          <ac:spMkLst>
            <pc:docMk/>
            <pc:sldMk cId="2771980360" sldId="288"/>
            <ac:spMk id="3" creationId="{D9D46CB2-690C-4702-B6E8-541EEEC732F6}"/>
          </ac:spMkLst>
        </pc:spChg>
        <pc:spChg chg="add del">
          <ac:chgData name="Sidnei Gomes de Almeida Junior" userId="eec3f0bb295ba151" providerId="LiveId" clId="{45E38AC1-4B67-4187-9BEB-E7926C471F70}" dt="2021-09-25T16:53:17.719" v="1748" actId="26606"/>
          <ac:spMkLst>
            <pc:docMk/>
            <pc:sldMk cId="2771980360" sldId="288"/>
            <ac:spMk id="83" creationId="{377F545A-A4BF-4D23-B82E-2D33535D6006}"/>
          </ac:spMkLst>
        </pc:spChg>
        <pc:spChg chg="add del">
          <ac:chgData name="Sidnei Gomes de Almeida Junior" userId="eec3f0bb295ba151" providerId="LiveId" clId="{45E38AC1-4B67-4187-9BEB-E7926C471F70}" dt="2021-09-25T16:53:23.041" v="1750" actId="26606"/>
          <ac:spMkLst>
            <pc:docMk/>
            <pc:sldMk cId="2771980360" sldId="288"/>
            <ac:spMk id="96" creationId="{7941F9B1-B01B-4A84-89D9-B169AEB4E456}"/>
          </ac:spMkLst>
        </pc:spChg>
        <pc:spChg chg="add del">
          <ac:chgData name="Sidnei Gomes de Almeida Junior" userId="eec3f0bb295ba151" providerId="LiveId" clId="{45E38AC1-4B67-4187-9BEB-E7926C471F70}" dt="2021-09-25T16:53:23.041" v="1750" actId="26606"/>
          <ac:spMkLst>
            <pc:docMk/>
            <pc:sldMk cId="2771980360" sldId="288"/>
            <ac:spMk id="12293" creationId="{03E8462A-FEBA-4848-81CC-3F8DA3E477BE}"/>
          </ac:spMkLst>
        </pc:spChg>
        <pc:spChg chg="add del">
          <ac:chgData name="Sidnei Gomes de Almeida Junior" userId="eec3f0bb295ba151" providerId="LiveId" clId="{45E38AC1-4B67-4187-9BEB-E7926C471F70}" dt="2021-09-25T16:53:25.203" v="1752" actId="26606"/>
          <ac:spMkLst>
            <pc:docMk/>
            <pc:sldMk cId="2771980360" sldId="288"/>
            <ac:spMk id="12296" creationId="{21029ED5-F105-4DD2-99C8-1E4422817978}"/>
          </ac:spMkLst>
        </pc:spChg>
        <pc:spChg chg="add del">
          <ac:chgData name="Sidnei Gomes de Almeida Junior" userId="eec3f0bb295ba151" providerId="LiveId" clId="{45E38AC1-4B67-4187-9BEB-E7926C471F70}" dt="2021-09-25T16:53:25.203" v="1752" actId="26606"/>
          <ac:spMkLst>
            <pc:docMk/>
            <pc:sldMk cId="2771980360" sldId="288"/>
            <ac:spMk id="12298" creationId="{5C9652B3-A450-4ED6-8FBF-F536BA60B4D8}"/>
          </ac:spMkLst>
        </pc:spChg>
        <pc:spChg chg="add del">
          <ac:chgData name="Sidnei Gomes de Almeida Junior" userId="eec3f0bb295ba151" providerId="LiveId" clId="{45E38AC1-4B67-4187-9BEB-E7926C471F70}" dt="2021-09-25T16:53:25.875" v="1754" actId="26606"/>
          <ac:spMkLst>
            <pc:docMk/>
            <pc:sldMk cId="2771980360" sldId="288"/>
            <ac:spMk id="12301" creationId="{39178BE9-53D8-441A-8691-0ED3B464BCD4}"/>
          </ac:spMkLst>
        </pc:spChg>
        <pc:spChg chg="add del">
          <ac:chgData name="Sidnei Gomes de Almeida Junior" userId="eec3f0bb295ba151" providerId="LiveId" clId="{45E38AC1-4B67-4187-9BEB-E7926C471F70}" dt="2021-09-25T16:53:30.215" v="1756" actId="26606"/>
          <ac:spMkLst>
            <pc:docMk/>
            <pc:sldMk cId="2771980360" sldId="288"/>
            <ac:spMk id="12304" creationId="{21029ED5-F105-4DD2-99C8-1E4422817978}"/>
          </ac:spMkLst>
        </pc:spChg>
        <pc:spChg chg="add del">
          <ac:chgData name="Sidnei Gomes de Almeida Junior" userId="eec3f0bb295ba151" providerId="LiveId" clId="{45E38AC1-4B67-4187-9BEB-E7926C471F70}" dt="2021-09-25T16:53:30.215" v="1756" actId="26606"/>
          <ac:spMkLst>
            <pc:docMk/>
            <pc:sldMk cId="2771980360" sldId="288"/>
            <ac:spMk id="12306" creationId="{5C9652B3-A450-4ED6-8FBF-F536BA60B4D8}"/>
          </ac:spMkLst>
        </pc:spChg>
        <pc:spChg chg="add">
          <ac:chgData name="Sidnei Gomes de Almeida Junior" userId="eec3f0bb295ba151" providerId="LiveId" clId="{45E38AC1-4B67-4187-9BEB-E7926C471F70}" dt="2021-09-25T16:53:30.223" v="1757" actId="26606"/>
          <ac:spMkLst>
            <pc:docMk/>
            <pc:sldMk cId="2771980360" sldId="288"/>
            <ac:spMk id="12309" creationId="{03E8462A-FEBA-4848-81CC-3F8DA3E477BE}"/>
          </ac:spMkLst>
        </pc:spChg>
        <pc:spChg chg="add">
          <ac:chgData name="Sidnei Gomes de Almeida Junior" userId="eec3f0bb295ba151" providerId="LiveId" clId="{45E38AC1-4B67-4187-9BEB-E7926C471F70}" dt="2021-09-25T16:53:30.223" v="1757" actId="26606"/>
          <ac:spMkLst>
            <pc:docMk/>
            <pc:sldMk cId="2771980360" sldId="288"/>
            <ac:spMk id="12311" creationId="{7941F9B1-B01B-4A84-89D9-B169AEB4E456}"/>
          </ac:spMkLst>
        </pc:spChg>
        <pc:grpChg chg="add del">
          <ac:chgData name="Sidnei Gomes de Almeida Junior" userId="eec3f0bb295ba151" providerId="LiveId" clId="{45E38AC1-4B67-4187-9BEB-E7926C471F70}" dt="2021-09-25T16:53:17.719" v="1748" actId="26606"/>
          <ac:grpSpMkLst>
            <pc:docMk/>
            <pc:sldMk cId="2771980360" sldId="288"/>
            <ac:grpSpMk id="71" creationId="{1E721C1C-25F9-4317-B872-2444BC5A8F88}"/>
          </ac:grpSpMkLst>
        </pc:grpChg>
        <pc:grpChg chg="add del">
          <ac:chgData name="Sidnei Gomes de Almeida Junior" userId="eec3f0bb295ba151" providerId="LiveId" clId="{45E38AC1-4B67-4187-9BEB-E7926C471F70}" dt="2021-09-25T16:53:23.041" v="1750" actId="26606"/>
          <ac:grpSpMkLst>
            <pc:docMk/>
            <pc:sldMk cId="2771980360" sldId="288"/>
            <ac:grpSpMk id="85" creationId="{2109F83F-40FE-4DB3-84CC-09FB3340D06D}"/>
          </ac:grpSpMkLst>
        </pc:grpChg>
        <pc:grpChg chg="add del">
          <ac:chgData name="Sidnei Gomes de Almeida Junior" userId="eec3f0bb295ba151" providerId="LiveId" clId="{45E38AC1-4B67-4187-9BEB-E7926C471F70}" dt="2021-09-25T16:53:23.041" v="1750" actId="26606"/>
          <ac:grpSpMkLst>
            <pc:docMk/>
            <pc:sldMk cId="2771980360" sldId="288"/>
            <ac:grpSpMk id="12292" creationId="{609316A9-990D-4EC3-A671-70EE5C1493A4}"/>
          </ac:grpSpMkLst>
        </pc:grpChg>
        <pc:grpChg chg="add del">
          <ac:chgData name="Sidnei Gomes de Almeida Junior" userId="eec3f0bb295ba151" providerId="LiveId" clId="{45E38AC1-4B67-4187-9BEB-E7926C471F70}" dt="2021-09-25T16:53:25.203" v="1752" actId="26606"/>
          <ac:grpSpMkLst>
            <pc:docMk/>
            <pc:sldMk cId="2771980360" sldId="288"/>
            <ac:grpSpMk id="12295" creationId="{DDE8DE2B-61C1-46D5-BEB8-521321C182C4}"/>
          </ac:grpSpMkLst>
        </pc:grpChg>
        <pc:grpChg chg="add del">
          <ac:chgData name="Sidnei Gomes de Almeida Junior" userId="eec3f0bb295ba151" providerId="LiveId" clId="{45E38AC1-4B67-4187-9BEB-E7926C471F70}" dt="2021-09-25T16:53:25.203" v="1752" actId="26606"/>
          <ac:grpSpMkLst>
            <pc:docMk/>
            <pc:sldMk cId="2771980360" sldId="288"/>
            <ac:grpSpMk id="12297" creationId="{2D621E68-BF28-4A1C-B1A2-4E55E139E79A}"/>
          </ac:grpSpMkLst>
        </pc:grpChg>
        <pc:grpChg chg="add del">
          <ac:chgData name="Sidnei Gomes de Almeida Junior" userId="eec3f0bb295ba151" providerId="LiveId" clId="{45E38AC1-4B67-4187-9BEB-E7926C471F70}" dt="2021-09-25T16:53:25.875" v="1754" actId="26606"/>
          <ac:grpSpMkLst>
            <pc:docMk/>
            <pc:sldMk cId="2771980360" sldId="288"/>
            <ac:grpSpMk id="12300" creationId="{609316A9-990D-4EC3-A671-70EE5C1493A4}"/>
          </ac:grpSpMkLst>
        </pc:grpChg>
        <pc:grpChg chg="add del">
          <ac:chgData name="Sidnei Gomes de Almeida Junior" userId="eec3f0bb295ba151" providerId="LiveId" clId="{45E38AC1-4B67-4187-9BEB-E7926C471F70}" dt="2021-09-25T16:53:30.215" v="1756" actId="26606"/>
          <ac:grpSpMkLst>
            <pc:docMk/>
            <pc:sldMk cId="2771980360" sldId="288"/>
            <ac:grpSpMk id="12303" creationId="{DDE8DE2B-61C1-46D5-BEB8-521321C182C4}"/>
          </ac:grpSpMkLst>
        </pc:grpChg>
        <pc:grpChg chg="add del">
          <ac:chgData name="Sidnei Gomes de Almeida Junior" userId="eec3f0bb295ba151" providerId="LiveId" clId="{45E38AC1-4B67-4187-9BEB-E7926C471F70}" dt="2021-09-25T16:53:30.215" v="1756" actId="26606"/>
          <ac:grpSpMkLst>
            <pc:docMk/>
            <pc:sldMk cId="2771980360" sldId="288"/>
            <ac:grpSpMk id="12305" creationId="{2D621E68-BF28-4A1C-B1A2-4E55E139E79A}"/>
          </ac:grpSpMkLst>
        </pc:grpChg>
        <pc:grpChg chg="add">
          <ac:chgData name="Sidnei Gomes de Almeida Junior" userId="eec3f0bb295ba151" providerId="LiveId" clId="{45E38AC1-4B67-4187-9BEB-E7926C471F70}" dt="2021-09-25T16:53:30.223" v="1757" actId="26606"/>
          <ac:grpSpMkLst>
            <pc:docMk/>
            <pc:sldMk cId="2771980360" sldId="288"/>
            <ac:grpSpMk id="12308" creationId="{A4D026A2-7476-44B0-9648-BB98882F7BA3}"/>
          </ac:grpSpMkLst>
        </pc:grpChg>
        <pc:grpChg chg="add">
          <ac:chgData name="Sidnei Gomes de Almeida Junior" userId="eec3f0bb295ba151" providerId="LiveId" clId="{45E38AC1-4B67-4187-9BEB-E7926C471F70}" dt="2021-09-25T16:53:30.223" v="1757" actId="26606"/>
          <ac:grpSpMkLst>
            <pc:docMk/>
            <pc:sldMk cId="2771980360" sldId="288"/>
            <ac:grpSpMk id="12310" creationId="{2109F83F-40FE-4DB3-84CC-09FB3340D06D}"/>
          </ac:grpSpMkLst>
        </pc:grpChg>
        <pc:picChg chg="add mod">
          <ac:chgData name="Sidnei Gomes de Almeida Junior" userId="eec3f0bb295ba151" providerId="LiveId" clId="{45E38AC1-4B67-4187-9BEB-E7926C471F70}" dt="2021-09-25T16:53:30.223" v="1757" actId="26606"/>
          <ac:picMkLst>
            <pc:docMk/>
            <pc:sldMk cId="2771980360" sldId="288"/>
            <ac:picMk id="12290" creationId="{D10C0208-929D-4534-953E-5846E9B6C3E7}"/>
          </ac:picMkLst>
        </pc:picChg>
      </pc:sldChg>
      <pc:sldChg chg="delSp modSp new mod ord">
        <pc:chgData name="Sidnei Gomes de Almeida Junior" userId="eec3f0bb295ba151" providerId="LiveId" clId="{45E38AC1-4B67-4187-9BEB-E7926C471F70}" dt="2021-09-25T17:05:08.410" v="2190" actId="14100"/>
        <pc:sldMkLst>
          <pc:docMk/>
          <pc:sldMk cId="3614415046" sldId="289"/>
        </pc:sldMkLst>
        <pc:spChg chg="del">
          <ac:chgData name="Sidnei Gomes de Almeida Junior" userId="eec3f0bb295ba151" providerId="LiveId" clId="{45E38AC1-4B67-4187-9BEB-E7926C471F70}" dt="2021-09-25T17:03:15.067" v="2042" actId="478"/>
          <ac:spMkLst>
            <pc:docMk/>
            <pc:sldMk cId="3614415046" sldId="289"/>
            <ac:spMk id="2" creationId="{84B312D1-9781-4EA3-A9E5-F59924B8558D}"/>
          </ac:spMkLst>
        </pc:spChg>
        <pc:spChg chg="mod">
          <ac:chgData name="Sidnei Gomes de Almeida Junior" userId="eec3f0bb295ba151" providerId="LiveId" clId="{45E38AC1-4B67-4187-9BEB-E7926C471F70}" dt="2021-09-25T17:05:08.410" v="2190" actId="14100"/>
          <ac:spMkLst>
            <pc:docMk/>
            <pc:sldMk cId="3614415046" sldId="289"/>
            <ac:spMk id="3" creationId="{DF225505-4EEA-4EC0-974C-6C685BAA5AF2}"/>
          </ac:spMkLst>
        </pc:spChg>
      </pc:sldChg>
      <pc:sldChg chg="modSp new mod">
        <pc:chgData name="Sidnei Gomes de Almeida Junior" userId="eec3f0bb295ba151" providerId="LiveId" clId="{45E38AC1-4B67-4187-9BEB-E7926C471F70}" dt="2021-09-25T17:19:50.820" v="2554" actId="14100"/>
        <pc:sldMkLst>
          <pc:docMk/>
          <pc:sldMk cId="4270358363" sldId="290"/>
        </pc:sldMkLst>
        <pc:spChg chg="mod">
          <ac:chgData name="Sidnei Gomes de Almeida Junior" userId="eec3f0bb295ba151" providerId="LiveId" clId="{45E38AC1-4B67-4187-9BEB-E7926C471F70}" dt="2021-09-25T17:13:28.546" v="2215" actId="403"/>
          <ac:spMkLst>
            <pc:docMk/>
            <pc:sldMk cId="4270358363" sldId="290"/>
            <ac:spMk id="2" creationId="{FB9F781F-6077-4799-B4BA-A870D1125FEF}"/>
          </ac:spMkLst>
        </pc:spChg>
        <pc:spChg chg="mod">
          <ac:chgData name="Sidnei Gomes de Almeida Junior" userId="eec3f0bb295ba151" providerId="LiveId" clId="{45E38AC1-4B67-4187-9BEB-E7926C471F70}" dt="2021-09-25T17:19:50.820" v="2554" actId="14100"/>
          <ac:spMkLst>
            <pc:docMk/>
            <pc:sldMk cId="4270358363" sldId="290"/>
            <ac:spMk id="3" creationId="{9ECFEBFC-3273-467B-882E-3479F91F098F}"/>
          </ac:spMkLst>
        </pc:spChg>
      </pc:sldChg>
      <pc:sldChg chg="delSp modSp new mod">
        <pc:chgData name="Sidnei Gomes de Almeida Junior" userId="eec3f0bb295ba151" providerId="LiveId" clId="{45E38AC1-4B67-4187-9BEB-E7926C471F70}" dt="2021-09-25T17:35:37.769" v="2607" actId="1076"/>
        <pc:sldMkLst>
          <pc:docMk/>
          <pc:sldMk cId="2328925687" sldId="291"/>
        </pc:sldMkLst>
        <pc:spChg chg="mod">
          <ac:chgData name="Sidnei Gomes de Almeida Junior" userId="eec3f0bb295ba151" providerId="LiveId" clId="{45E38AC1-4B67-4187-9BEB-E7926C471F70}" dt="2021-09-25T17:35:37.769" v="2607" actId="1076"/>
          <ac:spMkLst>
            <pc:docMk/>
            <pc:sldMk cId="2328925687" sldId="291"/>
            <ac:spMk id="2" creationId="{B3CC4A76-F6E9-41B0-BCEC-34ED2DEF5DB0}"/>
          </ac:spMkLst>
        </pc:spChg>
        <pc:spChg chg="del">
          <ac:chgData name="Sidnei Gomes de Almeida Junior" userId="eec3f0bb295ba151" providerId="LiveId" clId="{45E38AC1-4B67-4187-9BEB-E7926C471F70}" dt="2021-09-25T17:20:18.753" v="2555" actId="478"/>
          <ac:spMkLst>
            <pc:docMk/>
            <pc:sldMk cId="2328925687" sldId="291"/>
            <ac:spMk id="3" creationId="{1B1053FF-FC4C-4139-9C1D-B0B205D4F3BE}"/>
          </ac:spMkLst>
        </pc:spChg>
      </pc:sldChg>
      <pc:sldChg chg="addSp delSp modSp new mod setBg">
        <pc:chgData name="Sidnei Gomes de Almeida Junior" userId="eec3f0bb295ba151" providerId="LiveId" clId="{45E38AC1-4B67-4187-9BEB-E7926C471F70}" dt="2021-09-25T17:38:46.588" v="2613" actId="26606"/>
        <pc:sldMkLst>
          <pc:docMk/>
          <pc:sldMk cId="1455260750" sldId="292"/>
        </pc:sldMkLst>
        <pc:spChg chg="del">
          <ac:chgData name="Sidnei Gomes de Almeida Junior" userId="eec3f0bb295ba151" providerId="LiveId" clId="{45E38AC1-4B67-4187-9BEB-E7926C471F70}" dt="2021-09-25T17:38:34.624" v="2608" actId="478"/>
          <ac:spMkLst>
            <pc:docMk/>
            <pc:sldMk cId="1455260750" sldId="292"/>
            <ac:spMk id="2" creationId="{C62C314D-1FDC-43DE-90BB-BD100E1CDAF4}"/>
          </ac:spMkLst>
        </pc:spChg>
        <pc:spChg chg="del">
          <ac:chgData name="Sidnei Gomes de Almeida Junior" userId="eec3f0bb295ba151" providerId="LiveId" clId="{45E38AC1-4B67-4187-9BEB-E7926C471F70}" dt="2021-09-25T17:38:36.037" v="2609" actId="478"/>
          <ac:spMkLst>
            <pc:docMk/>
            <pc:sldMk cId="1455260750" sldId="292"/>
            <ac:spMk id="3" creationId="{87CD58AD-4ED4-462E-9670-9EB6584EA16E}"/>
          </ac:spMkLst>
        </pc:spChg>
        <pc:spChg chg="add del">
          <ac:chgData name="Sidnei Gomes de Almeida Junior" userId="eec3f0bb295ba151" providerId="LiveId" clId="{45E38AC1-4B67-4187-9BEB-E7926C471F70}" dt="2021-09-25T17:38:46.579" v="2612" actId="26606"/>
          <ac:spMkLst>
            <pc:docMk/>
            <pc:sldMk cId="1455260750" sldId="292"/>
            <ac:spMk id="83" creationId="{21029ED5-F105-4DD2-99C8-1E4422817978}"/>
          </ac:spMkLst>
        </pc:spChg>
        <pc:spChg chg="add del">
          <ac:chgData name="Sidnei Gomes de Almeida Junior" userId="eec3f0bb295ba151" providerId="LiveId" clId="{45E38AC1-4B67-4187-9BEB-E7926C471F70}" dt="2021-09-25T17:38:46.579" v="2612" actId="26606"/>
          <ac:spMkLst>
            <pc:docMk/>
            <pc:sldMk cId="1455260750" sldId="292"/>
            <ac:spMk id="96" creationId="{5C9652B3-A450-4ED6-8FBF-F536BA60B4D8}"/>
          </ac:spMkLst>
        </pc:spChg>
        <pc:spChg chg="add">
          <ac:chgData name="Sidnei Gomes de Almeida Junior" userId="eec3f0bb295ba151" providerId="LiveId" clId="{45E38AC1-4B67-4187-9BEB-E7926C471F70}" dt="2021-09-25T17:38:46.588" v="2613" actId="26606"/>
          <ac:spMkLst>
            <pc:docMk/>
            <pc:sldMk cId="1455260750" sldId="292"/>
            <ac:spMk id="14341" creationId="{03E8462A-FEBA-4848-81CC-3F8DA3E477BE}"/>
          </ac:spMkLst>
        </pc:spChg>
        <pc:spChg chg="add">
          <ac:chgData name="Sidnei Gomes de Almeida Junior" userId="eec3f0bb295ba151" providerId="LiveId" clId="{45E38AC1-4B67-4187-9BEB-E7926C471F70}" dt="2021-09-25T17:38:46.588" v="2613" actId="26606"/>
          <ac:spMkLst>
            <pc:docMk/>
            <pc:sldMk cId="1455260750" sldId="292"/>
            <ac:spMk id="14343" creationId="{7941F9B1-B01B-4A84-89D9-B169AEB4E456}"/>
          </ac:spMkLst>
        </pc:spChg>
        <pc:grpChg chg="add del">
          <ac:chgData name="Sidnei Gomes de Almeida Junior" userId="eec3f0bb295ba151" providerId="LiveId" clId="{45E38AC1-4B67-4187-9BEB-E7926C471F70}" dt="2021-09-25T17:38:46.579" v="2612" actId="26606"/>
          <ac:grpSpMkLst>
            <pc:docMk/>
            <pc:sldMk cId="1455260750" sldId="292"/>
            <ac:grpSpMk id="71" creationId="{DDE8DE2B-61C1-46D5-BEB8-521321C182C4}"/>
          </ac:grpSpMkLst>
        </pc:grpChg>
        <pc:grpChg chg="add del">
          <ac:chgData name="Sidnei Gomes de Almeida Junior" userId="eec3f0bb295ba151" providerId="LiveId" clId="{45E38AC1-4B67-4187-9BEB-E7926C471F70}" dt="2021-09-25T17:38:46.579" v="2612" actId="26606"/>
          <ac:grpSpMkLst>
            <pc:docMk/>
            <pc:sldMk cId="1455260750" sldId="292"/>
            <ac:grpSpMk id="85" creationId="{2D621E68-BF28-4A1C-B1A2-4E55E139E79A}"/>
          </ac:grpSpMkLst>
        </pc:grpChg>
        <pc:grpChg chg="add">
          <ac:chgData name="Sidnei Gomes de Almeida Junior" userId="eec3f0bb295ba151" providerId="LiveId" clId="{45E38AC1-4B67-4187-9BEB-E7926C471F70}" dt="2021-09-25T17:38:46.588" v="2613" actId="26606"/>
          <ac:grpSpMkLst>
            <pc:docMk/>
            <pc:sldMk cId="1455260750" sldId="292"/>
            <ac:grpSpMk id="14340" creationId="{609316A9-990D-4EC3-A671-70EE5C1493A4}"/>
          </ac:grpSpMkLst>
        </pc:grpChg>
        <pc:grpChg chg="add">
          <ac:chgData name="Sidnei Gomes de Almeida Junior" userId="eec3f0bb295ba151" providerId="LiveId" clId="{45E38AC1-4B67-4187-9BEB-E7926C471F70}" dt="2021-09-25T17:38:46.588" v="2613" actId="26606"/>
          <ac:grpSpMkLst>
            <pc:docMk/>
            <pc:sldMk cId="1455260750" sldId="292"/>
            <ac:grpSpMk id="14342" creationId="{2109F83F-40FE-4DB3-84CC-09FB3340D06D}"/>
          </ac:grpSpMkLst>
        </pc:grpChg>
        <pc:picChg chg="add mod">
          <ac:chgData name="Sidnei Gomes de Almeida Junior" userId="eec3f0bb295ba151" providerId="LiveId" clId="{45E38AC1-4B67-4187-9BEB-E7926C471F70}" dt="2021-09-25T17:38:46.588" v="2613" actId="26606"/>
          <ac:picMkLst>
            <pc:docMk/>
            <pc:sldMk cId="1455260750" sldId="292"/>
            <ac:picMk id="14338" creationId="{2F08B7E4-6752-493C-8BF8-24A2829703E0}"/>
          </ac:picMkLst>
        </pc:picChg>
      </pc:sldChg>
      <pc:sldChg chg="addSp delSp modSp new mod">
        <pc:chgData name="Sidnei Gomes de Almeida Junior" userId="eec3f0bb295ba151" providerId="LiveId" clId="{45E38AC1-4B67-4187-9BEB-E7926C471F70}" dt="2021-09-25T17:42:24.378" v="2643" actId="1076"/>
        <pc:sldMkLst>
          <pc:docMk/>
          <pc:sldMk cId="618315838" sldId="293"/>
        </pc:sldMkLst>
        <pc:spChg chg="add del mod">
          <ac:chgData name="Sidnei Gomes de Almeida Junior" userId="eec3f0bb295ba151" providerId="LiveId" clId="{45E38AC1-4B67-4187-9BEB-E7926C471F70}" dt="2021-09-25T17:42:12.108" v="2640" actId="122"/>
          <ac:spMkLst>
            <pc:docMk/>
            <pc:sldMk cId="618315838" sldId="293"/>
            <ac:spMk id="2" creationId="{83B25FBF-DFFF-4FE8-9FF8-63C670BE016F}"/>
          </ac:spMkLst>
        </pc:spChg>
        <pc:spChg chg="del">
          <ac:chgData name="Sidnei Gomes de Almeida Junior" userId="eec3f0bb295ba151" providerId="LiveId" clId="{45E38AC1-4B67-4187-9BEB-E7926C471F70}" dt="2021-09-25T17:41:51.608" v="2614" actId="478"/>
          <ac:spMkLst>
            <pc:docMk/>
            <pc:sldMk cId="618315838" sldId="293"/>
            <ac:spMk id="3" creationId="{076FE654-4BA6-4CB3-9596-61AD80DF5726}"/>
          </ac:spMkLst>
        </pc:spChg>
        <pc:picChg chg="add mod">
          <ac:chgData name="Sidnei Gomes de Almeida Junior" userId="eec3f0bb295ba151" providerId="LiveId" clId="{45E38AC1-4B67-4187-9BEB-E7926C471F70}" dt="2021-09-25T17:42:24.378" v="2643" actId="1076"/>
          <ac:picMkLst>
            <pc:docMk/>
            <pc:sldMk cId="618315838" sldId="293"/>
            <ac:picMk id="15362" creationId="{6D4E6735-C49F-49CA-A48B-D011CC8B0A00}"/>
          </ac:picMkLst>
        </pc:picChg>
      </pc:sldChg>
      <pc:sldChg chg="delSp new del mod">
        <pc:chgData name="Sidnei Gomes de Almeida Junior" userId="eec3f0bb295ba151" providerId="LiveId" clId="{45E38AC1-4B67-4187-9BEB-E7926C471F70}" dt="2021-09-25T17:44:57.064" v="2647" actId="47"/>
        <pc:sldMkLst>
          <pc:docMk/>
          <pc:sldMk cId="3089437493" sldId="294"/>
        </pc:sldMkLst>
        <pc:spChg chg="del">
          <ac:chgData name="Sidnei Gomes de Almeida Junior" userId="eec3f0bb295ba151" providerId="LiveId" clId="{45E38AC1-4B67-4187-9BEB-E7926C471F70}" dt="2021-09-25T17:42:32.567" v="2644" actId="478"/>
          <ac:spMkLst>
            <pc:docMk/>
            <pc:sldMk cId="3089437493" sldId="294"/>
            <ac:spMk id="2" creationId="{2D1EDFFE-118C-40B8-A9D5-7A519151D3AD}"/>
          </ac:spMkLst>
        </pc:spChg>
        <pc:spChg chg="del">
          <ac:chgData name="Sidnei Gomes de Almeida Junior" userId="eec3f0bb295ba151" providerId="LiveId" clId="{45E38AC1-4B67-4187-9BEB-E7926C471F70}" dt="2021-09-25T17:42:39.270" v="2645" actId="478"/>
          <ac:spMkLst>
            <pc:docMk/>
            <pc:sldMk cId="3089437493" sldId="294"/>
            <ac:spMk id="3" creationId="{FA591359-2C82-41A0-8DD1-9E5755F6D7CE}"/>
          </ac:spMkLst>
        </pc:spChg>
      </pc:sldChg>
      <pc:sldChg chg="addSp delSp modSp new mod setBg">
        <pc:chgData name="Sidnei Gomes de Almeida Junior" userId="eec3f0bb295ba151" providerId="LiveId" clId="{45E38AC1-4B67-4187-9BEB-E7926C471F70}" dt="2021-09-25T17:46:50.593" v="2683" actId="1076"/>
        <pc:sldMkLst>
          <pc:docMk/>
          <pc:sldMk cId="233320693" sldId="295"/>
        </pc:sldMkLst>
        <pc:spChg chg="mod">
          <ac:chgData name="Sidnei Gomes de Almeida Junior" userId="eec3f0bb295ba151" providerId="LiveId" clId="{45E38AC1-4B67-4187-9BEB-E7926C471F70}" dt="2021-09-25T17:46:46.078" v="2681" actId="26606"/>
          <ac:spMkLst>
            <pc:docMk/>
            <pc:sldMk cId="233320693" sldId="295"/>
            <ac:spMk id="2" creationId="{E06416EB-FDF0-4DC2-A338-6547B891988F}"/>
          </ac:spMkLst>
        </pc:spChg>
        <pc:spChg chg="del">
          <ac:chgData name="Sidnei Gomes de Almeida Junior" userId="eec3f0bb295ba151" providerId="LiveId" clId="{45E38AC1-4B67-4187-9BEB-E7926C471F70}" dt="2021-09-25T17:45:11.859" v="2667" actId="478"/>
          <ac:spMkLst>
            <pc:docMk/>
            <pc:sldMk cId="233320693" sldId="295"/>
            <ac:spMk id="3" creationId="{BC19EA59-FFD6-4AE3-A66C-6FB2CBC31394}"/>
          </ac:spMkLst>
        </pc:spChg>
        <pc:grpChg chg="add del">
          <ac:chgData name="Sidnei Gomes de Almeida Junior" userId="eec3f0bb295ba151" providerId="LiveId" clId="{45E38AC1-4B67-4187-9BEB-E7926C471F70}" dt="2021-09-25T17:46:46.078" v="2681" actId="26606"/>
          <ac:grpSpMkLst>
            <pc:docMk/>
            <pc:sldMk cId="233320693" sldId="295"/>
            <ac:grpSpMk id="73" creationId="{AB62393A-6733-498D-A2AC-7FB7B8FDB314}"/>
          </ac:grpSpMkLst>
        </pc:grpChg>
        <pc:picChg chg="add mod ord">
          <ac:chgData name="Sidnei Gomes de Almeida Junior" userId="eec3f0bb295ba151" providerId="LiveId" clId="{45E38AC1-4B67-4187-9BEB-E7926C471F70}" dt="2021-09-25T17:46:46.078" v="2681" actId="26606"/>
          <ac:picMkLst>
            <pc:docMk/>
            <pc:sldMk cId="233320693" sldId="295"/>
            <ac:picMk id="16386" creationId="{006B5F96-18FF-4646-9D03-C7B3AE5EE082}"/>
          </ac:picMkLst>
        </pc:picChg>
        <pc:picChg chg="add mod">
          <ac:chgData name="Sidnei Gomes de Almeida Junior" userId="eec3f0bb295ba151" providerId="LiveId" clId="{45E38AC1-4B67-4187-9BEB-E7926C471F70}" dt="2021-09-25T17:46:50.593" v="2683" actId="1076"/>
          <ac:picMkLst>
            <pc:docMk/>
            <pc:sldMk cId="233320693" sldId="295"/>
            <ac:picMk id="16388" creationId="{F9F53CA6-E045-44AC-BC26-7E3FBFE233A6}"/>
          </ac:picMkLst>
        </pc:picChg>
      </pc:sldChg>
    </pc:docChg>
  </pc:docChgLst>
  <pc:docChgLst>
    <pc:chgData name="Sidnei Gomes de Almeida Junior" userId="eec3f0bb295ba151" providerId="LiveId" clId="{485AD433-79C5-4292-BAFF-E4A3900F793F}"/>
    <pc:docChg chg="modSld sldOrd">
      <pc:chgData name="Sidnei Gomes de Almeida Junior" userId="eec3f0bb295ba151" providerId="LiveId" clId="{485AD433-79C5-4292-BAFF-E4A3900F793F}" dt="2021-10-02T16:25:42.096" v="1"/>
      <pc:docMkLst>
        <pc:docMk/>
      </pc:docMkLst>
      <pc:sldChg chg="ord">
        <pc:chgData name="Sidnei Gomes de Almeida Junior" userId="eec3f0bb295ba151" providerId="LiveId" clId="{485AD433-79C5-4292-BAFF-E4A3900F793F}" dt="2021-10-02T16:25:42.096" v="1"/>
        <pc:sldMkLst>
          <pc:docMk/>
          <pc:sldMk cId="660417573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5FBA11-369E-42FD-ADDD-509D8CFD7B21}" type="datetimeFigureOut">
              <a:rPr lang="pt-BR" smtClean="0"/>
              <a:t>02/10/2021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339A37-5417-42E9-AFB1-67F734B960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1234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339A37-5417-42E9-AFB1-67F734B9603D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3031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02/10/2021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7557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02/10/2021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300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02/10/2021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007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02/10/2021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8185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02/10/2021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6369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02/10/2021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5681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02/10/2021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1911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02/10/2021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3310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02/10/2021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6718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02/10/2021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1520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02/10/2021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307165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02/10/2021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2854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02/10/2021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716378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02/10/2021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77147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02/10/2021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59025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02/10/2021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0831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F720F-32C2-4E6A-BEE6-680F2789BE1C}" type="datetimeFigureOut">
              <a:rPr lang="pt-BR" smtClean="0"/>
              <a:t>02/10/2021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8118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  <p:sldLayoutId id="2147483825" r:id="rId15"/>
    <p:sldLayoutId id="214748382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087500-C467-46F3-A718-3F75F48CE2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9535" y="1644244"/>
            <a:ext cx="7766936" cy="1646302"/>
          </a:xfrm>
        </p:spPr>
        <p:txBody>
          <a:bodyPr/>
          <a:lstStyle/>
          <a:p>
            <a:pPr algn="ctr"/>
            <a:r>
              <a:rPr lang="pt-BR" dirty="0"/>
              <a:t>Java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C5739AD-22B6-4640-8B9E-F662F8F9F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9535" y="3290546"/>
            <a:ext cx="7766936" cy="1096899"/>
          </a:xfrm>
        </p:spPr>
        <p:txBody>
          <a:bodyPr/>
          <a:lstStyle/>
          <a:p>
            <a:pPr algn="ctr"/>
            <a:r>
              <a:rPr lang="pt-BR" dirty="0"/>
              <a:t>Conceitos básicos</a:t>
            </a:r>
          </a:p>
        </p:txBody>
      </p:sp>
      <p:pic>
        <p:nvPicPr>
          <p:cNvPr id="1026" name="Picture 2" descr="Cursos de Java Online: 10 melhores plataformas">
            <a:extLst>
              <a:ext uri="{FF2B5EF4-FFF2-40B4-BE49-F238E27FC236}">
                <a16:creationId xmlns:a16="http://schemas.microsoft.com/office/drawing/2014/main" id="{8617ED22-ADE9-4B73-8AD4-8EA47689C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145" y="886394"/>
            <a:ext cx="4161702" cy="4161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6914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C478B4-C220-47DE-A43F-A4B2C92FC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65762"/>
            <a:ext cx="8596668" cy="1320800"/>
          </a:xfrm>
        </p:spPr>
        <p:txBody>
          <a:bodyPr>
            <a:normAutofit/>
          </a:bodyPr>
          <a:lstStyle/>
          <a:p>
            <a:r>
              <a:rPr lang="pt-BR" sz="5400" dirty="0"/>
              <a:t>Etapas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C9CA91-0113-4759-8576-A69C4ABFD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1. Um pouco de teoria</a:t>
            </a:r>
          </a:p>
          <a:p>
            <a:endParaRPr lang="pt-BR" sz="3200" dirty="0"/>
          </a:p>
          <a:p>
            <a:r>
              <a:rPr lang="pt-BR" sz="3200" dirty="0"/>
              <a:t>2. Prática</a:t>
            </a:r>
          </a:p>
          <a:p>
            <a:endParaRPr lang="pt-BR" sz="3200" dirty="0"/>
          </a:p>
          <a:p>
            <a:r>
              <a:rPr lang="pt-BR" sz="3200" dirty="0"/>
              <a:t>3. Conceitos aprofundados</a:t>
            </a:r>
          </a:p>
        </p:txBody>
      </p:sp>
    </p:spTree>
    <p:extLst>
      <p:ext uri="{BB962C8B-B14F-4D97-AF65-F5344CB8AC3E}">
        <p14:creationId xmlns:p14="http://schemas.microsoft.com/office/powerpoint/2010/main" val="120408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DE492D-65F4-4857-BDC5-F7F2ACA5C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Começando a ter um domínio no assunto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1C53CF-1375-46E4-9360-0F2827E09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21541"/>
            <a:ext cx="8596668" cy="3880773"/>
          </a:xfrm>
        </p:spPr>
        <p:txBody>
          <a:bodyPr>
            <a:normAutofit/>
          </a:bodyPr>
          <a:lstStyle/>
          <a:p>
            <a:r>
              <a:rPr lang="pt-BR" sz="3200" dirty="0"/>
              <a:t>Aprender primeiro a forma mais difícil</a:t>
            </a:r>
          </a:p>
          <a:p>
            <a:endParaRPr lang="pt-BR" sz="3200" dirty="0"/>
          </a:p>
          <a:p>
            <a:r>
              <a:rPr lang="pt-BR" sz="3200" dirty="0"/>
              <a:t>Aprender depois a forma mais fácil</a:t>
            </a:r>
          </a:p>
        </p:txBody>
      </p:sp>
    </p:spTree>
    <p:extLst>
      <p:ext uri="{BB962C8B-B14F-4D97-AF65-F5344CB8AC3E}">
        <p14:creationId xmlns:p14="http://schemas.microsoft.com/office/powerpoint/2010/main" val="3162187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56C2B1-D450-46A5-8D50-9EFB1520D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O que vamos ver?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D7557D-504B-44ED-807E-E7E91FF66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1. Conceitos básicos de programação (teórico)</a:t>
            </a:r>
          </a:p>
          <a:p>
            <a:endParaRPr lang="pt-BR" sz="2800" dirty="0"/>
          </a:p>
          <a:p>
            <a:r>
              <a:rPr lang="pt-BR" sz="2800" dirty="0"/>
              <a:t>2. Setup</a:t>
            </a:r>
          </a:p>
          <a:p>
            <a:endParaRPr lang="pt-BR" sz="2800" dirty="0"/>
          </a:p>
          <a:p>
            <a:r>
              <a:rPr lang="pt-BR" sz="2800" dirty="0"/>
              <a:t>3. Primeiro código</a:t>
            </a:r>
          </a:p>
        </p:txBody>
      </p:sp>
    </p:spTree>
    <p:extLst>
      <p:ext uri="{BB962C8B-B14F-4D97-AF65-F5344CB8AC3E}">
        <p14:creationId xmlns:p14="http://schemas.microsoft.com/office/powerpoint/2010/main" val="131219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5D7573-8F8E-4787-86DE-61A22DE48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269" y="2768600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pt-BR" sz="4800" dirty="0"/>
              <a:t>O que é programação?</a:t>
            </a:r>
          </a:p>
        </p:txBody>
      </p:sp>
    </p:spTree>
    <p:extLst>
      <p:ext uri="{BB962C8B-B14F-4D97-AF65-F5344CB8AC3E}">
        <p14:creationId xmlns:p14="http://schemas.microsoft.com/office/powerpoint/2010/main" val="963222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12DC59-3976-47DA-83E6-B0B5458BA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960" y="574515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pt-BR" sz="4800" dirty="0"/>
              <a:t>Binário </a:t>
            </a:r>
            <a:r>
              <a:rPr lang="pt-BR" sz="4800" dirty="0" err="1"/>
              <a:t>vs</a:t>
            </a:r>
            <a:r>
              <a:rPr lang="pt-BR" sz="4800" dirty="0"/>
              <a:t> Idioma</a:t>
            </a:r>
          </a:p>
        </p:txBody>
      </p:sp>
      <p:pic>
        <p:nvPicPr>
          <p:cNvPr id="2050" name="Picture 2" descr="Vetores de Código Binário Coração e mais imagens de Código Binário - iStock">
            <a:extLst>
              <a:ext uri="{FF2B5EF4-FFF2-40B4-BE49-F238E27FC236}">
                <a16:creationId xmlns:a16="http://schemas.microsoft.com/office/drawing/2014/main" id="{3AD879F2-9C78-4E0A-9C35-AFAA14CF3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552" y="1908710"/>
            <a:ext cx="4824891" cy="4339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Brasileiros querem mais flexibilidade para estudar outro idioma - Mundo do  Marketing">
            <a:extLst>
              <a:ext uri="{FF2B5EF4-FFF2-40B4-BE49-F238E27FC236}">
                <a16:creationId xmlns:a16="http://schemas.microsoft.com/office/drawing/2014/main" id="{CD46DCFC-9565-432E-A5BF-A4301431FA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4351" y="1930400"/>
            <a:ext cx="4287587" cy="4353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1517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s 15 principais linguagens de programação do mundo! | Becode">
            <a:extLst>
              <a:ext uri="{FF2B5EF4-FFF2-40B4-BE49-F238E27FC236}">
                <a16:creationId xmlns:a16="http://schemas.microsoft.com/office/drawing/2014/main" id="{950CF409-FF4D-4661-B6B9-1254E6725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504" y="1433148"/>
            <a:ext cx="9786991" cy="5121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D72E322B-5263-4AD1-9B1D-3D30A73A4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5" y="302993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pt-BR" sz="4800" dirty="0"/>
              <a:t>Linguagem de programação</a:t>
            </a:r>
          </a:p>
        </p:txBody>
      </p:sp>
    </p:spTree>
    <p:extLst>
      <p:ext uri="{BB962C8B-B14F-4D97-AF65-F5344CB8AC3E}">
        <p14:creationId xmlns:p14="http://schemas.microsoft.com/office/powerpoint/2010/main" val="1463747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9210CE-15BF-4BBD-9E98-39D08B2CB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8093" y="474301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pt-BR" sz="4800" dirty="0"/>
              <a:t>Instalando o Java</a:t>
            </a:r>
          </a:p>
        </p:txBody>
      </p:sp>
      <p:pic>
        <p:nvPicPr>
          <p:cNvPr id="1026" name="Picture 2" descr="The Java Community Process(SM) Program - java-in-education - index">
            <a:extLst>
              <a:ext uri="{FF2B5EF4-FFF2-40B4-BE49-F238E27FC236}">
                <a16:creationId xmlns:a16="http://schemas.microsoft.com/office/drawing/2014/main" id="{884F72A0-068C-4620-9A4F-26321B359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752" y="1930400"/>
            <a:ext cx="5400675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ursos de Java Online: 10 melhores plataformas">
            <a:extLst>
              <a:ext uri="{FF2B5EF4-FFF2-40B4-BE49-F238E27FC236}">
                <a16:creationId xmlns:a16="http://schemas.microsoft.com/office/drawing/2014/main" id="{000345B3-8B98-4FFF-853B-06BC3E62B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642" y="1134701"/>
            <a:ext cx="4588598" cy="4588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4403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CC356854-239E-4A95-9F4C-C44A0E99F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47" y="2214296"/>
            <a:ext cx="5453553" cy="3033539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B27A7F77-C58C-403A-9E10-7A04362B8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447" y="659237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pt-BR" sz="4800" dirty="0"/>
              <a:t>Editor de Texto </a:t>
            </a:r>
            <a:r>
              <a:rPr lang="pt-BR" sz="4800" dirty="0" err="1"/>
              <a:t>vs</a:t>
            </a:r>
            <a:r>
              <a:rPr lang="pt-BR" sz="4800" dirty="0"/>
              <a:t> IDE</a:t>
            </a:r>
          </a:p>
        </p:txBody>
      </p:sp>
      <p:pic>
        <p:nvPicPr>
          <p:cNvPr id="3082" name="Picture 10" descr="3 Best Eclipse IDE Books for Java Developers | by javinpaul | Javarevisited  | Aug, 2021 | Medium">
            <a:extLst>
              <a:ext uri="{FF2B5EF4-FFF2-40B4-BE49-F238E27FC236}">
                <a16:creationId xmlns:a16="http://schemas.microsoft.com/office/drawing/2014/main" id="{9B8D5FC4-51F3-48DB-9A2B-E52F2FEDF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214296"/>
            <a:ext cx="5308693" cy="3033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4573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86CFB5-6464-4394-B71B-9BF7C4B7A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400" dirty="0"/>
              <a:t>Compilador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7A0221-4B33-4E77-9311-3B3568C15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É um software que converte (compila) código fonte para código de máquina (binário)</a:t>
            </a:r>
          </a:p>
          <a:p>
            <a:endParaRPr lang="pt-BR" sz="2800" dirty="0"/>
          </a:p>
          <a:p>
            <a:r>
              <a:rPr lang="pt-BR" sz="2800" dirty="0"/>
              <a:t>É compilado na maioria das vezes para Assembly</a:t>
            </a:r>
          </a:p>
          <a:p>
            <a:endParaRPr lang="pt-BR" sz="2800" dirty="0"/>
          </a:p>
          <a:p>
            <a:r>
              <a:rPr lang="pt-BR" sz="2800" dirty="0"/>
              <a:t>Oposto ao interpretador</a:t>
            </a:r>
          </a:p>
        </p:txBody>
      </p:sp>
    </p:spTree>
    <p:extLst>
      <p:ext uri="{BB962C8B-B14F-4D97-AF65-F5344CB8AC3E}">
        <p14:creationId xmlns:p14="http://schemas.microsoft.com/office/powerpoint/2010/main" val="3074574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 {w=50%}">
            <a:extLst>
              <a:ext uri="{FF2B5EF4-FFF2-40B4-BE49-F238E27FC236}">
                <a16:creationId xmlns:a16="http://schemas.microsoft.com/office/drawing/2014/main" id="{A68394B7-E9D6-4825-88F5-A768EC95B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986" y="476089"/>
            <a:ext cx="10287000" cy="115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 {w=50%}">
            <a:extLst>
              <a:ext uri="{FF2B5EF4-FFF2-40B4-BE49-F238E27FC236}">
                <a16:creationId xmlns:a16="http://schemas.microsoft.com/office/drawing/2014/main" id="{DD44A32A-256E-4FF4-B7E3-3EB8A4B79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7436" y="2153346"/>
            <a:ext cx="6134100" cy="410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5666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9AE27B9D-0F04-458B-A718-F84902C79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47AB6435-428E-44C8-A107-8435183F6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3659658D-9AE1-44D3-B002-2BA204AB9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Rectangle 23">
              <a:extLst>
                <a:ext uri="{FF2B5EF4-FFF2-40B4-BE49-F238E27FC236}">
                  <a16:creationId xmlns:a16="http://schemas.microsoft.com/office/drawing/2014/main" id="{2083C874-CFCD-47ED-9F98-DDB125C9C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5" name="Rectangle 25">
              <a:extLst>
                <a:ext uri="{FF2B5EF4-FFF2-40B4-BE49-F238E27FC236}">
                  <a16:creationId xmlns:a16="http://schemas.microsoft.com/office/drawing/2014/main" id="{605E9946-A240-42E3-B6CD-E6691BF4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6" name="Isosceles Triangle 75">
              <a:extLst>
                <a:ext uri="{FF2B5EF4-FFF2-40B4-BE49-F238E27FC236}">
                  <a16:creationId xmlns:a16="http://schemas.microsoft.com/office/drawing/2014/main" id="{315B1B45-25C3-4C58-8EB8-41BCFA02A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7" name="Rectangle 27">
              <a:extLst>
                <a:ext uri="{FF2B5EF4-FFF2-40B4-BE49-F238E27FC236}">
                  <a16:creationId xmlns:a16="http://schemas.microsoft.com/office/drawing/2014/main" id="{87983A9A-7A69-406F-AFEA-AD2AE87E1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Rectangle 28">
              <a:extLst>
                <a:ext uri="{FF2B5EF4-FFF2-40B4-BE49-F238E27FC236}">
                  <a16:creationId xmlns:a16="http://schemas.microsoft.com/office/drawing/2014/main" id="{FFCBC4EF-C03E-4EED-9E9A-3097DECC0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29">
              <a:extLst>
                <a:ext uri="{FF2B5EF4-FFF2-40B4-BE49-F238E27FC236}">
                  <a16:creationId xmlns:a16="http://schemas.microsoft.com/office/drawing/2014/main" id="{F56545EE-F94F-4B4C-AA43-9D6745664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0" name="Isosceles Triangle 79">
              <a:extLst>
                <a:ext uri="{FF2B5EF4-FFF2-40B4-BE49-F238E27FC236}">
                  <a16:creationId xmlns:a16="http://schemas.microsoft.com/office/drawing/2014/main" id="{2FE2A6B2-D45B-484C-BAFD-3F45082664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1" name="Isosceles Triangle 80">
              <a:extLst>
                <a:ext uri="{FF2B5EF4-FFF2-40B4-BE49-F238E27FC236}">
                  <a16:creationId xmlns:a16="http://schemas.microsoft.com/office/drawing/2014/main" id="{EC2132BF-207E-4FB2-B0FE-E6FD0A1D1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12B96A-103D-41AB-94DE-CB1D7D0094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1" t="29705" r="1" b="28982"/>
          <a:stretch/>
        </p:blipFill>
        <p:spPr bwMode="auto"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834FA97-CF94-4E2E-B8AC-AB956DE41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0563" y="1678665"/>
            <a:ext cx="3887839" cy="23721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5400" dirty="0"/>
              <a:t>Hello World </a:t>
            </a:r>
            <a:r>
              <a:rPr lang="en-US" sz="5400" dirty="0" err="1"/>
              <a:t>em</a:t>
            </a:r>
            <a:r>
              <a:rPr lang="en-US" sz="5400" dirty="0"/>
              <a:t> Assembly</a:t>
            </a:r>
          </a:p>
        </p:txBody>
      </p:sp>
    </p:spTree>
    <p:extLst>
      <p:ext uri="{BB962C8B-B14F-4D97-AF65-F5344CB8AC3E}">
        <p14:creationId xmlns:p14="http://schemas.microsoft.com/office/powerpoint/2010/main" val="3173771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93232F78-98F3-46BB-8FCC-542778B98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518" y="0"/>
            <a:ext cx="24574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0417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F8F6C-C645-470F-A6E2-22693A9B4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 err="1"/>
              <a:t>Hello</a:t>
            </a:r>
            <a:r>
              <a:rPr lang="pt-BR" sz="4800" dirty="0"/>
              <a:t> World em Java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B1A98A5-5800-4F0C-ACED-3D0E4656BD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293" y="2105025"/>
            <a:ext cx="8286750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932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1F8A75-8D95-49A7-A73E-DF7924298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Diferenças entre linguagens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FA79F94A-6E92-49D4-BB8D-08C40B127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rmAutofit/>
          </a:bodyPr>
          <a:lstStyle/>
          <a:p>
            <a:r>
              <a:rPr lang="pt-BR" sz="3600" dirty="0"/>
              <a:t>Linguagens de baixo nível</a:t>
            </a:r>
          </a:p>
          <a:p>
            <a:endParaRPr lang="pt-BR" sz="3600" dirty="0"/>
          </a:p>
          <a:p>
            <a:r>
              <a:rPr lang="pt-BR" sz="3600" dirty="0"/>
              <a:t>Linguagens de alto nível</a:t>
            </a:r>
          </a:p>
        </p:txBody>
      </p:sp>
    </p:spTree>
    <p:extLst>
      <p:ext uri="{BB962C8B-B14F-4D97-AF65-F5344CB8AC3E}">
        <p14:creationId xmlns:p14="http://schemas.microsoft.com/office/powerpoint/2010/main" val="487890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7664F850-BA8B-47AE-B11A-225CAB896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634FC909-7343-4DEC-920F-098F56B476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24F22DB2-7E27-4CF7-8B17-254ECB9AE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angle 23">
              <a:extLst>
                <a:ext uri="{FF2B5EF4-FFF2-40B4-BE49-F238E27FC236}">
                  <a16:creationId xmlns:a16="http://schemas.microsoft.com/office/drawing/2014/main" id="{C6E593B3-91A3-4687-8B8D-FE37A3714F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7" name="Rectangle 25">
              <a:extLst>
                <a:ext uri="{FF2B5EF4-FFF2-40B4-BE49-F238E27FC236}">
                  <a16:creationId xmlns:a16="http://schemas.microsoft.com/office/drawing/2014/main" id="{0C25B431-5C97-4B8D-B0A3-BFB8133C7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77">
              <a:extLst>
                <a:ext uri="{FF2B5EF4-FFF2-40B4-BE49-F238E27FC236}">
                  <a16:creationId xmlns:a16="http://schemas.microsoft.com/office/drawing/2014/main" id="{CA37B366-497E-4CB8-A678-A770CE2BD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27">
              <a:extLst>
                <a:ext uri="{FF2B5EF4-FFF2-40B4-BE49-F238E27FC236}">
                  <a16:creationId xmlns:a16="http://schemas.microsoft.com/office/drawing/2014/main" id="{CF707EDC-52B2-4D5C-8EC3-71C66EE8B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0" name="Rectangle 28">
              <a:extLst>
                <a:ext uri="{FF2B5EF4-FFF2-40B4-BE49-F238E27FC236}">
                  <a16:creationId xmlns:a16="http://schemas.microsoft.com/office/drawing/2014/main" id="{BF8E2DE7-7466-4EDF-8D69-BCA91A88D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1" name="Rectangle 29">
              <a:extLst>
                <a:ext uri="{FF2B5EF4-FFF2-40B4-BE49-F238E27FC236}">
                  <a16:creationId xmlns:a16="http://schemas.microsoft.com/office/drawing/2014/main" id="{229C2E15-76CD-409E-9D6B-10DAD8881E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2" name="Isosceles Triangle 81">
              <a:extLst>
                <a:ext uri="{FF2B5EF4-FFF2-40B4-BE49-F238E27FC236}">
                  <a16:creationId xmlns:a16="http://schemas.microsoft.com/office/drawing/2014/main" id="{89A24369-AC96-4A98-AD98-47A7217EC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3" name="Isosceles Triangle 82">
              <a:extLst>
                <a:ext uri="{FF2B5EF4-FFF2-40B4-BE49-F238E27FC236}">
                  <a16:creationId xmlns:a16="http://schemas.microsoft.com/office/drawing/2014/main" id="{7D0DF9A3-4628-42F6-B0A4-44D97617E0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85" name="Rectangle 84">
            <a:extLst>
              <a:ext uri="{FF2B5EF4-FFF2-40B4-BE49-F238E27FC236}">
                <a16:creationId xmlns:a16="http://schemas.microsoft.com/office/drawing/2014/main" id="{7459C506-5F4B-4B75-9218-C7C3F87FA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C659EEB-C3AE-4544-8263-417009DCD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D99DB6C6-36F9-4576-A558-95153EADBE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Rectangle 23">
              <a:extLst>
                <a:ext uri="{FF2B5EF4-FFF2-40B4-BE49-F238E27FC236}">
                  <a16:creationId xmlns:a16="http://schemas.microsoft.com/office/drawing/2014/main" id="{694E7916-EDE4-4B50-A4A1-6B28FDD4D9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0" name="Rectangle 25">
              <a:extLst>
                <a:ext uri="{FF2B5EF4-FFF2-40B4-BE49-F238E27FC236}">
                  <a16:creationId xmlns:a16="http://schemas.microsoft.com/office/drawing/2014/main" id="{6F6CB7BB-4370-4173-97F8-F636C0F14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1" name="Isosceles Triangle 90">
              <a:extLst>
                <a:ext uri="{FF2B5EF4-FFF2-40B4-BE49-F238E27FC236}">
                  <a16:creationId xmlns:a16="http://schemas.microsoft.com/office/drawing/2014/main" id="{B0F590BB-1F51-4138-A2D4-2E483C84F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2" name="Rectangle 27">
              <a:extLst>
                <a:ext uri="{FF2B5EF4-FFF2-40B4-BE49-F238E27FC236}">
                  <a16:creationId xmlns:a16="http://schemas.microsoft.com/office/drawing/2014/main" id="{4A492863-9797-45A2-BAB3-514F10C5F2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3" name="Rectangle 28">
              <a:extLst>
                <a:ext uri="{FF2B5EF4-FFF2-40B4-BE49-F238E27FC236}">
                  <a16:creationId xmlns:a16="http://schemas.microsoft.com/office/drawing/2014/main" id="{7C1E33F6-6D0F-4ECF-92F4-6F71D8BAF3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4" name="Rectangle 29">
              <a:extLst>
                <a:ext uri="{FF2B5EF4-FFF2-40B4-BE49-F238E27FC236}">
                  <a16:creationId xmlns:a16="http://schemas.microsoft.com/office/drawing/2014/main" id="{73EEEA64-7411-474B-BD0E-60C24B3F4E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5" name="Isosceles Triangle 94">
              <a:extLst>
                <a:ext uri="{FF2B5EF4-FFF2-40B4-BE49-F238E27FC236}">
                  <a16:creationId xmlns:a16="http://schemas.microsoft.com/office/drawing/2014/main" id="{4F82A6DD-92BB-4443-B5A5-05240DD55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6" name="Isosceles Triangle 95">
              <a:extLst>
                <a:ext uri="{FF2B5EF4-FFF2-40B4-BE49-F238E27FC236}">
                  <a16:creationId xmlns:a16="http://schemas.microsoft.com/office/drawing/2014/main" id="{79832BCB-1DCF-46AC-9FFA-170791668D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 useBgFill="1">
        <p:nvSpPr>
          <p:cNvPr id="98" name="Rectangle 97">
            <a:extLst>
              <a:ext uri="{FF2B5EF4-FFF2-40B4-BE49-F238E27FC236}">
                <a16:creationId xmlns:a16="http://schemas.microsoft.com/office/drawing/2014/main" id="{4E74DA95-CD7A-4D5E-9D27-67A759CE7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Unsafe and Fixed keywords in C# - Productive C# | Learn C# with Practical  Video Tutorials">
            <a:extLst>
              <a:ext uri="{FF2B5EF4-FFF2-40B4-BE49-F238E27FC236}">
                <a16:creationId xmlns:a16="http://schemas.microsoft.com/office/drawing/2014/main" id="{6E746ADD-6617-4CD7-89C2-D0DDDC40C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24262" y="1930035"/>
            <a:ext cx="4650004" cy="3006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14AA3B5C-0C55-4FFF-9C45-8F9F7C074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81305" y="1650669"/>
            <a:ext cx="0" cy="34319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00" name="Picture 4" descr="Pointers And Unsafe Code In C# - Everything You Need To Know">
            <a:extLst>
              <a:ext uri="{FF2B5EF4-FFF2-40B4-BE49-F238E27FC236}">
                <a16:creationId xmlns:a16="http://schemas.microsoft.com/office/drawing/2014/main" id="{8218E86D-5029-49F3-89F9-D8E6B8C48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14367" y="2270731"/>
            <a:ext cx="4650004" cy="2325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6225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6252B-CDEE-491F-9D4E-A6BF9E957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Algoritmo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82C640-CF79-4420-9457-CF84A6610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Rotina: sequencia finita de passos</a:t>
            </a:r>
          </a:p>
          <a:p>
            <a:endParaRPr lang="pt-BR" sz="2800" dirty="0"/>
          </a:p>
          <a:p>
            <a:r>
              <a:rPr lang="pt-BR" sz="2800" dirty="0"/>
              <a:t>Lista de compras, receita de bolo</a:t>
            </a:r>
          </a:p>
          <a:p>
            <a:endParaRPr lang="pt-BR" sz="2800" dirty="0"/>
          </a:p>
          <a:p>
            <a:r>
              <a:rPr lang="pt-BR" sz="2800" dirty="0"/>
              <a:t>O que é </a:t>
            </a:r>
            <a:r>
              <a:rPr lang="pt-BR" sz="2800" dirty="0" err="1"/>
              <a:t>Portugol</a:t>
            </a:r>
            <a:r>
              <a:rPr lang="pt-BR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22623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7664F850-BA8B-47AE-B11A-225CAB896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634FC909-7343-4DEC-920F-098F56B476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24F22DB2-7E27-4CF7-8B17-254ECB9AE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angle 23">
              <a:extLst>
                <a:ext uri="{FF2B5EF4-FFF2-40B4-BE49-F238E27FC236}">
                  <a16:creationId xmlns:a16="http://schemas.microsoft.com/office/drawing/2014/main" id="{C6E593B3-91A3-4687-8B8D-FE37A3714F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7" name="Rectangle 25">
              <a:extLst>
                <a:ext uri="{FF2B5EF4-FFF2-40B4-BE49-F238E27FC236}">
                  <a16:creationId xmlns:a16="http://schemas.microsoft.com/office/drawing/2014/main" id="{0C25B431-5C97-4B8D-B0A3-BFB8133C7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77">
              <a:extLst>
                <a:ext uri="{FF2B5EF4-FFF2-40B4-BE49-F238E27FC236}">
                  <a16:creationId xmlns:a16="http://schemas.microsoft.com/office/drawing/2014/main" id="{CA37B366-497E-4CB8-A678-A770CE2BD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27">
              <a:extLst>
                <a:ext uri="{FF2B5EF4-FFF2-40B4-BE49-F238E27FC236}">
                  <a16:creationId xmlns:a16="http://schemas.microsoft.com/office/drawing/2014/main" id="{CF707EDC-52B2-4D5C-8EC3-71C66EE8B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0" name="Rectangle 28">
              <a:extLst>
                <a:ext uri="{FF2B5EF4-FFF2-40B4-BE49-F238E27FC236}">
                  <a16:creationId xmlns:a16="http://schemas.microsoft.com/office/drawing/2014/main" id="{BF8E2DE7-7466-4EDF-8D69-BCA91A88D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1" name="Rectangle 29">
              <a:extLst>
                <a:ext uri="{FF2B5EF4-FFF2-40B4-BE49-F238E27FC236}">
                  <a16:creationId xmlns:a16="http://schemas.microsoft.com/office/drawing/2014/main" id="{229C2E15-76CD-409E-9D6B-10DAD8881E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2" name="Isosceles Triangle 81">
              <a:extLst>
                <a:ext uri="{FF2B5EF4-FFF2-40B4-BE49-F238E27FC236}">
                  <a16:creationId xmlns:a16="http://schemas.microsoft.com/office/drawing/2014/main" id="{89A24369-AC96-4A98-AD98-47A7217EC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3" name="Isosceles Triangle 82">
              <a:extLst>
                <a:ext uri="{FF2B5EF4-FFF2-40B4-BE49-F238E27FC236}">
                  <a16:creationId xmlns:a16="http://schemas.microsoft.com/office/drawing/2014/main" id="{7D0DF9A3-4628-42F6-B0A4-44D97617E0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85" name="Rectangle 84">
            <a:extLst>
              <a:ext uri="{FF2B5EF4-FFF2-40B4-BE49-F238E27FC236}">
                <a16:creationId xmlns:a16="http://schemas.microsoft.com/office/drawing/2014/main" id="{7459C506-5F4B-4B75-9218-C7C3F87FA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C659EEB-C3AE-4544-8263-417009DCD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D99DB6C6-36F9-4576-A558-95153EADBE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Rectangle 23">
              <a:extLst>
                <a:ext uri="{FF2B5EF4-FFF2-40B4-BE49-F238E27FC236}">
                  <a16:creationId xmlns:a16="http://schemas.microsoft.com/office/drawing/2014/main" id="{694E7916-EDE4-4B50-A4A1-6B28FDD4D9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0" name="Rectangle 25">
              <a:extLst>
                <a:ext uri="{FF2B5EF4-FFF2-40B4-BE49-F238E27FC236}">
                  <a16:creationId xmlns:a16="http://schemas.microsoft.com/office/drawing/2014/main" id="{6F6CB7BB-4370-4173-97F8-F636C0F14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1" name="Isosceles Triangle 90">
              <a:extLst>
                <a:ext uri="{FF2B5EF4-FFF2-40B4-BE49-F238E27FC236}">
                  <a16:creationId xmlns:a16="http://schemas.microsoft.com/office/drawing/2014/main" id="{B0F590BB-1F51-4138-A2D4-2E483C84F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2" name="Rectangle 27">
              <a:extLst>
                <a:ext uri="{FF2B5EF4-FFF2-40B4-BE49-F238E27FC236}">
                  <a16:creationId xmlns:a16="http://schemas.microsoft.com/office/drawing/2014/main" id="{4A492863-9797-45A2-BAB3-514F10C5F2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3" name="Rectangle 28">
              <a:extLst>
                <a:ext uri="{FF2B5EF4-FFF2-40B4-BE49-F238E27FC236}">
                  <a16:creationId xmlns:a16="http://schemas.microsoft.com/office/drawing/2014/main" id="{7C1E33F6-6D0F-4ECF-92F4-6F71D8BAF3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4" name="Rectangle 29">
              <a:extLst>
                <a:ext uri="{FF2B5EF4-FFF2-40B4-BE49-F238E27FC236}">
                  <a16:creationId xmlns:a16="http://schemas.microsoft.com/office/drawing/2014/main" id="{73EEEA64-7411-474B-BD0E-60C24B3F4E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5" name="Isosceles Triangle 94">
              <a:extLst>
                <a:ext uri="{FF2B5EF4-FFF2-40B4-BE49-F238E27FC236}">
                  <a16:creationId xmlns:a16="http://schemas.microsoft.com/office/drawing/2014/main" id="{4F82A6DD-92BB-4443-B5A5-05240DD55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6" name="Isosceles Triangle 95">
              <a:extLst>
                <a:ext uri="{FF2B5EF4-FFF2-40B4-BE49-F238E27FC236}">
                  <a16:creationId xmlns:a16="http://schemas.microsoft.com/office/drawing/2014/main" id="{79832BCB-1DCF-46AC-9FFA-170791668D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 useBgFill="1">
        <p:nvSpPr>
          <p:cNvPr id="98" name="Rectangle 97">
            <a:extLst>
              <a:ext uri="{FF2B5EF4-FFF2-40B4-BE49-F238E27FC236}">
                <a16:creationId xmlns:a16="http://schemas.microsoft.com/office/drawing/2014/main" id="{4E74DA95-CD7A-4D5E-9D27-67A759CE7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4" name="Picture 4" descr="5 apps de receitas para você aprender a cozinhar na quarentena - Canaltech">
            <a:extLst>
              <a:ext uri="{FF2B5EF4-FFF2-40B4-BE49-F238E27FC236}">
                <a16:creationId xmlns:a16="http://schemas.microsoft.com/office/drawing/2014/main" id="{B36817D5-D081-45BD-BF0A-5E63A87AB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32737" y="1131993"/>
            <a:ext cx="3451859" cy="4602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14AA3B5C-0C55-4FFF-9C45-8F9F7C074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81305" y="1650669"/>
            <a:ext cx="0" cy="34319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Receita: Água Aromatizada - Sustentarea">
            <a:extLst>
              <a:ext uri="{FF2B5EF4-FFF2-40B4-BE49-F238E27FC236}">
                <a16:creationId xmlns:a16="http://schemas.microsoft.com/office/drawing/2014/main" id="{50CAC155-FA6E-40BD-9CFF-E4C915864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8129" y="1131993"/>
            <a:ext cx="4602479" cy="4602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9471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7664F850-BA8B-47AE-B11A-225CAB896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634FC909-7343-4DEC-920F-098F56B476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24F22DB2-7E27-4CF7-8B17-254ECB9AE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angle 23">
              <a:extLst>
                <a:ext uri="{FF2B5EF4-FFF2-40B4-BE49-F238E27FC236}">
                  <a16:creationId xmlns:a16="http://schemas.microsoft.com/office/drawing/2014/main" id="{C6E593B3-91A3-4687-8B8D-FE37A3714F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7" name="Rectangle 25">
              <a:extLst>
                <a:ext uri="{FF2B5EF4-FFF2-40B4-BE49-F238E27FC236}">
                  <a16:creationId xmlns:a16="http://schemas.microsoft.com/office/drawing/2014/main" id="{0C25B431-5C97-4B8D-B0A3-BFB8133C7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77">
              <a:extLst>
                <a:ext uri="{FF2B5EF4-FFF2-40B4-BE49-F238E27FC236}">
                  <a16:creationId xmlns:a16="http://schemas.microsoft.com/office/drawing/2014/main" id="{CA37B366-497E-4CB8-A678-A770CE2BD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27">
              <a:extLst>
                <a:ext uri="{FF2B5EF4-FFF2-40B4-BE49-F238E27FC236}">
                  <a16:creationId xmlns:a16="http://schemas.microsoft.com/office/drawing/2014/main" id="{CF707EDC-52B2-4D5C-8EC3-71C66EE8B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0" name="Rectangle 28">
              <a:extLst>
                <a:ext uri="{FF2B5EF4-FFF2-40B4-BE49-F238E27FC236}">
                  <a16:creationId xmlns:a16="http://schemas.microsoft.com/office/drawing/2014/main" id="{BF8E2DE7-7466-4EDF-8D69-BCA91A88D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1" name="Rectangle 29">
              <a:extLst>
                <a:ext uri="{FF2B5EF4-FFF2-40B4-BE49-F238E27FC236}">
                  <a16:creationId xmlns:a16="http://schemas.microsoft.com/office/drawing/2014/main" id="{229C2E15-76CD-409E-9D6B-10DAD8881E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2" name="Isosceles Triangle 81">
              <a:extLst>
                <a:ext uri="{FF2B5EF4-FFF2-40B4-BE49-F238E27FC236}">
                  <a16:creationId xmlns:a16="http://schemas.microsoft.com/office/drawing/2014/main" id="{89A24369-AC96-4A98-AD98-47A7217EC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3" name="Isosceles Triangle 82">
              <a:extLst>
                <a:ext uri="{FF2B5EF4-FFF2-40B4-BE49-F238E27FC236}">
                  <a16:creationId xmlns:a16="http://schemas.microsoft.com/office/drawing/2014/main" id="{7D0DF9A3-4628-42F6-B0A4-44D97617E0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85" name="Rectangle 84">
            <a:extLst>
              <a:ext uri="{FF2B5EF4-FFF2-40B4-BE49-F238E27FC236}">
                <a16:creationId xmlns:a16="http://schemas.microsoft.com/office/drawing/2014/main" id="{7459C506-5F4B-4B75-9218-C7C3F87FA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C659EEB-C3AE-4544-8263-417009DCD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D99DB6C6-36F9-4576-A558-95153EADBE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Rectangle 23">
              <a:extLst>
                <a:ext uri="{FF2B5EF4-FFF2-40B4-BE49-F238E27FC236}">
                  <a16:creationId xmlns:a16="http://schemas.microsoft.com/office/drawing/2014/main" id="{694E7916-EDE4-4B50-A4A1-6B28FDD4D9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0" name="Rectangle 25">
              <a:extLst>
                <a:ext uri="{FF2B5EF4-FFF2-40B4-BE49-F238E27FC236}">
                  <a16:creationId xmlns:a16="http://schemas.microsoft.com/office/drawing/2014/main" id="{6F6CB7BB-4370-4173-97F8-F636C0F14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1" name="Isosceles Triangle 90">
              <a:extLst>
                <a:ext uri="{FF2B5EF4-FFF2-40B4-BE49-F238E27FC236}">
                  <a16:creationId xmlns:a16="http://schemas.microsoft.com/office/drawing/2014/main" id="{B0F590BB-1F51-4138-A2D4-2E483C84F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2" name="Rectangle 27">
              <a:extLst>
                <a:ext uri="{FF2B5EF4-FFF2-40B4-BE49-F238E27FC236}">
                  <a16:creationId xmlns:a16="http://schemas.microsoft.com/office/drawing/2014/main" id="{4A492863-9797-45A2-BAB3-514F10C5F2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3" name="Rectangle 28">
              <a:extLst>
                <a:ext uri="{FF2B5EF4-FFF2-40B4-BE49-F238E27FC236}">
                  <a16:creationId xmlns:a16="http://schemas.microsoft.com/office/drawing/2014/main" id="{7C1E33F6-6D0F-4ECF-92F4-6F71D8BAF3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4" name="Rectangle 29">
              <a:extLst>
                <a:ext uri="{FF2B5EF4-FFF2-40B4-BE49-F238E27FC236}">
                  <a16:creationId xmlns:a16="http://schemas.microsoft.com/office/drawing/2014/main" id="{73EEEA64-7411-474B-BD0E-60C24B3F4E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5" name="Isosceles Triangle 94">
              <a:extLst>
                <a:ext uri="{FF2B5EF4-FFF2-40B4-BE49-F238E27FC236}">
                  <a16:creationId xmlns:a16="http://schemas.microsoft.com/office/drawing/2014/main" id="{4F82A6DD-92BB-4443-B5A5-05240DD55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6" name="Isosceles Triangle 95">
              <a:extLst>
                <a:ext uri="{FF2B5EF4-FFF2-40B4-BE49-F238E27FC236}">
                  <a16:creationId xmlns:a16="http://schemas.microsoft.com/office/drawing/2014/main" id="{79832BCB-1DCF-46AC-9FFA-170791668D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 useBgFill="1">
        <p:nvSpPr>
          <p:cNvPr id="98" name="Rectangle 97">
            <a:extLst>
              <a:ext uri="{FF2B5EF4-FFF2-40B4-BE49-F238E27FC236}">
                <a16:creationId xmlns:a16="http://schemas.microsoft.com/office/drawing/2014/main" id="{4E74DA95-CD7A-4D5E-9D27-67A759CE7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8" name="Picture 4" descr="Pratique - Algoritmo">
            <a:extLst>
              <a:ext uri="{FF2B5EF4-FFF2-40B4-BE49-F238E27FC236}">
                <a16:creationId xmlns:a16="http://schemas.microsoft.com/office/drawing/2014/main" id="{63F5AAD3-2E6E-4510-9640-D755C72EE9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24262" y="1183794"/>
            <a:ext cx="4650004" cy="4498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14AA3B5C-0C55-4FFF-9C45-8F9F7C074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81305" y="1650669"/>
            <a:ext cx="0" cy="34319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O que é algoritmo? – Aplicativos e Software – Tecnoblog">
            <a:extLst>
              <a:ext uri="{FF2B5EF4-FFF2-40B4-BE49-F238E27FC236}">
                <a16:creationId xmlns:a16="http://schemas.microsoft.com/office/drawing/2014/main" id="{20366798-52E1-441C-82DD-9CED35A42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21575" y="1634592"/>
            <a:ext cx="5593413" cy="3448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0228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2" name="Group 70">
            <a:extLst>
              <a:ext uri="{FF2B5EF4-FFF2-40B4-BE49-F238E27FC236}">
                <a16:creationId xmlns:a16="http://schemas.microsoft.com/office/drawing/2014/main" id="{DDE8DE2B-61C1-46D5-BEB8-521321C18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E012C92A-B902-4B69-BDCF-CCA3021FCB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2BDBC14-42A0-4182-BFBA-0751F6350C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Rectangle 23">
              <a:extLst>
                <a:ext uri="{FF2B5EF4-FFF2-40B4-BE49-F238E27FC236}">
                  <a16:creationId xmlns:a16="http://schemas.microsoft.com/office/drawing/2014/main" id="{902DC474-5BCC-4188-ACDC-AD63E6B18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5" name="Rectangle 25">
              <a:extLst>
                <a:ext uri="{FF2B5EF4-FFF2-40B4-BE49-F238E27FC236}">
                  <a16:creationId xmlns:a16="http://schemas.microsoft.com/office/drawing/2014/main" id="{7B427019-8592-4032-931B-4F27104C9D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6" name="Isosceles Triangle 75">
              <a:extLst>
                <a:ext uri="{FF2B5EF4-FFF2-40B4-BE49-F238E27FC236}">
                  <a16:creationId xmlns:a16="http://schemas.microsoft.com/office/drawing/2014/main" id="{1D6E2CEA-A5BB-4CF7-B907-AE4DBF6748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7" name="Rectangle 27">
              <a:extLst>
                <a:ext uri="{FF2B5EF4-FFF2-40B4-BE49-F238E27FC236}">
                  <a16:creationId xmlns:a16="http://schemas.microsoft.com/office/drawing/2014/main" id="{78D09D5A-29CC-4B32-9CE1-72E607558A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Rectangle 28">
              <a:extLst>
                <a:ext uri="{FF2B5EF4-FFF2-40B4-BE49-F238E27FC236}">
                  <a16:creationId xmlns:a16="http://schemas.microsoft.com/office/drawing/2014/main" id="{6DF3A3FC-950B-40B0-923D-0F0BC1A54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29">
              <a:extLst>
                <a:ext uri="{FF2B5EF4-FFF2-40B4-BE49-F238E27FC236}">
                  <a16:creationId xmlns:a16="http://schemas.microsoft.com/office/drawing/2014/main" id="{BCA0F2E1-CD3D-4521-9CCB-41A5CC6C5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0" name="Isosceles Triangle 79">
              <a:extLst>
                <a:ext uri="{FF2B5EF4-FFF2-40B4-BE49-F238E27FC236}">
                  <a16:creationId xmlns:a16="http://schemas.microsoft.com/office/drawing/2014/main" id="{9BA4F16A-21DC-462A-AD37-0A93C8B79E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1" name="Isosceles Triangle 80">
              <a:extLst>
                <a:ext uri="{FF2B5EF4-FFF2-40B4-BE49-F238E27FC236}">
                  <a16:creationId xmlns:a16="http://schemas.microsoft.com/office/drawing/2014/main" id="{FB75EBDD-038D-4572-A372-114938295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7173" name="Rectangle 82">
            <a:extLst>
              <a:ext uri="{FF2B5EF4-FFF2-40B4-BE49-F238E27FC236}">
                <a16:creationId xmlns:a16="http://schemas.microsoft.com/office/drawing/2014/main" id="{21029ED5-F105-4DD2-99C8-1E4422817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74" name="Group 84">
            <a:extLst>
              <a:ext uri="{FF2B5EF4-FFF2-40B4-BE49-F238E27FC236}">
                <a16:creationId xmlns:a16="http://schemas.microsoft.com/office/drawing/2014/main" id="{2D621E68-BF28-4A1C-B1A2-4E55E139E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BE8BBE4D-F0DF-49B9-B75A-99DAC53ACA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Rectangle 23">
              <a:extLst>
                <a:ext uri="{FF2B5EF4-FFF2-40B4-BE49-F238E27FC236}">
                  <a16:creationId xmlns:a16="http://schemas.microsoft.com/office/drawing/2014/main" id="{E0F07DDC-34A6-46A1-9DE9-2BBE2931A5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25">
              <a:extLst>
                <a:ext uri="{FF2B5EF4-FFF2-40B4-BE49-F238E27FC236}">
                  <a16:creationId xmlns:a16="http://schemas.microsoft.com/office/drawing/2014/main" id="{2CEB2BF9-B8DB-45B9-86EA-D197B5B1A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9" name="Isosceles Triangle 88">
              <a:extLst>
                <a:ext uri="{FF2B5EF4-FFF2-40B4-BE49-F238E27FC236}">
                  <a16:creationId xmlns:a16="http://schemas.microsoft.com/office/drawing/2014/main" id="{08B5BB34-3801-4E70-A981-FE007635E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0" name="Rectangle 27">
              <a:extLst>
                <a:ext uri="{FF2B5EF4-FFF2-40B4-BE49-F238E27FC236}">
                  <a16:creationId xmlns:a16="http://schemas.microsoft.com/office/drawing/2014/main" id="{38432A75-2CEB-463C-A8F2-ABB50A79F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1" name="Rectangle 28">
              <a:extLst>
                <a:ext uri="{FF2B5EF4-FFF2-40B4-BE49-F238E27FC236}">
                  <a16:creationId xmlns:a16="http://schemas.microsoft.com/office/drawing/2014/main" id="{E7E850B8-C050-4597-8BEB-113FEC9A2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2" name="Rectangle 29">
              <a:extLst>
                <a:ext uri="{FF2B5EF4-FFF2-40B4-BE49-F238E27FC236}">
                  <a16:creationId xmlns:a16="http://schemas.microsoft.com/office/drawing/2014/main" id="{24ACC798-9CEC-4B6F-A8DD-F8E6FCCCF1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3" name="Isosceles Triangle 92">
              <a:extLst>
                <a:ext uri="{FF2B5EF4-FFF2-40B4-BE49-F238E27FC236}">
                  <a16:creationId xmlns:a16="http://schemas.microsoft.com/office/drawing/2014/main" id="{1D58A8C6-1294-4CD9-89BC-F1E981A52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4" name="Isosceles Triangle 93">
              <a:extLst>
                <a:ext uri="{FF2B5EF4-FFF2-40B4-BE49-F238E27FC236}">
                  <a16:creationId xmlns:a16="http://schemas.microsoft.com/office/drawing/2014/main" id="{F32F2ED6-6143-46C4-A641-72D42732B6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7175" name="Rectangle 95">
            <a:extLst>
              <a:ext uri="{FF2B5EF4-FFF2-40B4-BE49-F238E27FC236}">
                <a16:creationId xmlns:a16="http://schemas.microsoft.com/office/drawing/2014/main" id="{5C9652B3-A450-4ED6-8FBF-F536BA60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 descr="Pseudocódigo com Portugol Studio | Francisco Chaves">
            <a:extLst>
              <a:ext uri="{FF2B5EF4-FFF2-40B4-BE49-F238E27FC236}">
                <a16:creationId xmlns:a16="http://schemas.microsoft.com/office/drawing/2014/main" id="{48DACD86-BCCB-4121-89D8-14072AF28C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51" r="-1" b="21567"/>
          <a:stretch/>
        </p:blipFill>
        <p:spPr bwMode="auto">
          <a:xfrm>
            <a:off x="568452" y="571500"/>
            <a:ext cx="11055096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73147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2" name="Group 72">
            <a:extLst>
              <a:ext uri="{FF2B5EF4-FFF2-40B4-BE49-F238E27FC236}">
                <a16:creationId xmlns:a16="http://schemas.microsoft.com/office/drawing/2014/main" id="{1E721C1C-25F9-4317-B872-2444BC5A8F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992C555F-2EA8-43FC-804A-C8A0197DE6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4CE2B455-492A-43D3-B378-54B66D5711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angle 23">
              <a:extLst>
                <a:ext uri="{FF2B5EF4-FFF2-40B4-BE49-F238E27FC236}">
                  <a16:creationId xmlns:a16="http://schemas.microsoft.com/office/drawing/2014/main" id="{EF09B3D2-B58A-4ABA-B2A8-4680BF06C5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7" name="Rectangle 25">
              <a:extLst>
                <a:ext uri="{FF2B5EF4-FFF2-40B4-BE49-F238E27FC236}">
                  <a16:creationId xmlns:a16="http://schemas.microsoft.com/office/drawing/2014/main" id="{0FA9C903-985C-4D49-8C1A-6EB5017F80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77">
              <a:extLst>
                <a:ext uri="{FF2B5EF4-FFF2-40B4-BE49-F238E27FC236}">
                  <a16:creationId xmlns:a16="http://schemas.microsoft.com/office/drawing/2014/main" id="{2E12832F-B33A-49C7-8994-68EED85520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27">
              <a:extLst>
                <a:ext uri="{FF2B5EF4-FFF2-40B4-BE49-F238E27FC236}">
                  <a16:creationId xmlns:a16="http://schemas.microsoft.com/office/drawing/2014/main" id="{36F17E22-3CE0-4111-ADB4-5612B4B35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0" name="Rectangle 28">
              <a:extLst>
                <a:ext uri="{FF2B5EF4-FFF2-40B4-BE49-F238E27FC236}">
                  <a16:creationId xmlns:a16="http://schemas.microsoft.com/office/drawing/2014/main" id="{19E3FD99-5A4A-45A3-A6F7-37CE98B522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1" name="Rectangle 29">
              <a:extLst>
                <a:ext uri="{FF2B5EF4-FFF2-40B4-BE49-F238E27FC236}">
                  <a16:creationId xmlns:a16="http://schemas.microsoft.com/office/drawing/2014/main" id="{2F6B9C22-3B33-4E9D-ADFA-7EB9D3771D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2" name="Isosceles Triangle 81">
              <a:extLst>
                <a:ext uri="{FF2B5EF4-FFF2-40B4-BE49-F238E27FC236}">
                  <a16:creationId xmlns:a16="http://schemas.microsoft.com/office/drawing/2014/main" id="{88791F96-6634-47EA-9924-199C50ADB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3" name="Isosceles Triangle 82">
              <a:extLst>
                <a:ext uri="{FF2B5EF4-FFF2-40B4-BE49-F238E27FC236}">
                  <a16:creationId xmlns:a16="http://schemas.microsoft.com/office/drawing/2014/main" id="{9E246BDC-8C6E-4555-9F43-E9B2D16B2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8203" name="Rectangle 84">
            <a:extLst>
              <a:ext uri="{FF2B5EF4-FFF2-40B4-BE49-F238E27FC236}">
                <a16:creationId xmlns:a16="http://schemas.microsoft.com/office/drawing/2014/main" id="{41DC778F-EF1A-4C1B-B1AD-BA37A74E5D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04" name="Rectangle 86">
            <a:extLst>
              <a:ext uri="{FF2B5EF4-FFF2-40B4-BE49-F238E27FC236}">
                <a16:creationId xmlns:a16="http://schemas.microsoft.com/office/drawing/2014/main" id="{613FCDB4-670C-4568-96EE-093382A9E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6" name="Picture 4" descr="Aprender programação na prática: Portugol Studio - Douglas Motta">
            <a:extLst>
              <a:ext uri="{FF2B5EF4-FFF2-40B4-BE49-F238E27FC236}">
                <a16:creationId xmlns:a16="http://schemas.microsoft.com/office/drawing/2014/main" id="{7FC16387-8256-4321-A937-4C50B0266C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4873"/>
          <a:stretch/>
        </p:blipFill>
        <p:spPr bwMode="auto">
          <a:xfrm>
            <a:off x="643467" y="643467"/>
            <a:ext cx="10905066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1339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5" name="Rectangle 134">
            <a:extLst>
              <a:ext uri="{FF2B5EF4-FFF2-40B4-BE49-F238E27FC236}">
                <a16:creationId xmlns:a16="http://schemas.microsoft.com/office/drawing/2014/main" id="{7815DC60-3142-4171-B7AD-13B6FD265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9218" name="Picture 2" descr="Duke the Java Mascot, explained - JAXenter">
            <a:extLst>
              <a:ext uri="{FF2B5EF4-FFF2-40B4-BE49-F238E27FC236}">
                <a16:creationId xmlns:a16="http://schemas.microsoft.com/office/drawing/2014/main" id="{5666EC18-85D3-4D12-B63E-13FAC11F88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31" r="31262" b="-2"/>
          <a:stretch/>
        </p:blipFill>
        <p:spPr bwMode="auto">
          <a:xfrm>
            <a:off x="20" y="-1"/>
            <a:ext cx="5897982" cy="6858000"/>
          </a:xfrm>
          <a:custGeom>
            <a:avLst/>
            <a:gdLst/>
            <a:ahLst/>
            <a:cxnLst/>
            <a:rect l="l" t="t" r="r" b="b"/>
            <a:pathLst>
              <a:path w="5898002" h="6858000">
                <a:moveTo>
                  <a:pt x="0" y="0"/>
                </a:moveTo>
                <a:lnTo>
                  <a:pt x="5898002" y="0"/>
                </a:lnTo>
                <a:lnTo>
                  <a:pt x="4873624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7" name="Freeform 52">
            <a:extLst>
              <a:ext uri="{FF2B5EF4-FFF2-40B4-BE49-F238E27FC236}">
                <a16:creationId xmlns:a16="http://schemas.microsoft.com/office/drawing/2014/main" id="{3A459D44-E95C-4AB2-9D79-7C182560C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649" y="3576483"/>
            <a:ext cx="8522979" cy="3281517"/>
          </a:xfrm>
          <a:custGeom>
            <a:avLst/>
            <a:gdLst>
              <a:gd name="connsiteX0" fmla="*/ 8516100 w 8522979"/>
              <a:gd name="connsiteY0" fmla="*/ 0 h 3281517"/>
              <a:gd name="connsiteX1" fmla="*/ 8522979 w 8522979"/>
              <a:gd name="connsiteY1" fmla="*/ 3281517 h 3281517"/>
              <a:gd name="connsiteX2" fmla="*/ 650153 w 8522979"/>
              <a:gd name="connsiteY2" fmla="*/ 3281517 h 3281517"/>
              <a:gd name="connsiteX3" fmla="*/ 0 w 8522979"/>
              <a:gd name="connsiteY3" fmla="*/ 3003752 h 3281517"/>
              <a:gd name="connsiteX4" fmla="*/ 879142 w 8522979"/>
              <a:gd name="connsiteY4" fmla="*/ 690551 h 3281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22979" h="3281517">
                <a:moveTo>
                  <a:pt x="8516100" y="0"/>
                </a:moveTo>
                <a:lnTo>
                  <a:pt x="8522979" y="3281517"/>
                </a:lnTo>
                <a:lnTo>
                  <a:pt x="650153" y="3281517"/>
                </a:lnTo>
                <a:lnTo>
                  <a:pt x="0" y="3003752"/>
                </a:lnTo>
                <a:lnTo>
                  <a:pt x="879142" y="690551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1026" name="Picture 2" descr="Cursos de Java Online: 10 melhores plataformas">
            <a:extLst>
              <a:ext uri="{FF2B5EF4-FFF2-40B4-BE49-F238E27FC236}">
                <a16:creationId xmlns:a16="http://schemas.microsoft.com/office/drawing/2014/main" id="{8617ED22-ADE9-4B73-8AD4-8EA47689C1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2" r="2" b="2"/>
          <a:stretch/>
        </p:blipFill>
        <p:spPr bwMode="auto">
          <a:xfrm>
            <a:off x="4869095" y="-1"/>
            <a:ext cx="7312272" cy="6858000"/>
          </a:xfrm>
          <a:custGeom>
            <a:avLst/>
            <a:gdLst/>
            <a:ahLst/>
            <a:cxnLst/>
            <a:rect l="l" t="t" r="r" b="b"/>
            <a:pathLst>
              <a:path w="7312272" h="6858000">
                <a:moveTo>
                  <a:pt x="1024379" y="0"/>
                </a:moveTo>
                <a:lnTo>
                  <a:pt x="7312272" y="0"/>
                </a:lnTo>
                <a:lnTo>
                  <a:pt x="7312272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37541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66C03B-E915-4915-9C7D-C5DAA48F4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04117"/>
            <a:ext cx="8596668" cy="787685"/>
          </a:xfrm>
        </p:spPr>
        <p:txBody>
          <a:bodyPr>
            <a:normAutofit/>
          </a:bodyPr>
          <a:lstStyle/>
          <a:p>
            <a:r>
              <a:rPr lang="pt-BR" sz="4000" dirty="0"/>
              <a:t>Java: características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7FD613-5EBF-4BCC-92F0-1BA5B8AA0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72904"/>
            <a:ext cx="9648194" cy="5485096"/>
          </a:xfrm>
        </p:spPr>
        <p:txBody>
          <a:bodyPr>
            <a:normAutofit/>
          </a:bodyPr>
          <a:lstStyle/>
          <a:p>
            <a:r>
              <a:rPr lang="pt-BR" sz="2400" dirty="0"/>
              <a:t>Criado por conta de necessidades de </a:t>
            </a:r>
            <a:r>
              <a:rPr lang="pt-BR" sz="2400" dirty="0" err="1"/>
              <a:t>devs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Ser uma ferramenta mais agradável</a:t>
            </a:r>
          </a:p>
          <a:p>
            <a:endParaRPr lang="pt-BR" sz="2400" dirty="0"/>
          </a:p>
          <a:p>
            <a:r>
              <a:rPr lang="pt-BR" sz="2400" dirty="0"/>
              <a:t>Ser simples</a:t>
            </a:r>
          </a:p>
          <a:p>
            <a:endParaRPr lang="pt-BR" sz="2400" dirty="0"/>
          </a:p>
          <a:p>
            <a:r>
              <a:rPr lang="pt-BR" sz="2400" dirty="0"/>
              <a:t>Praticamente um “inglês” entre as linguagens de programação</a:t>
            </a:r>
          </a:p>
          <a:p>
            <a:endParaRPr lang="pt-BR" sz="2400" dirty="0"/>
          </a:p>
          <a:p>
            <a:r>
              <a:rPr lang="pt-BR" sz="2400" dirty="0"/>
              <a:t>Roda em qualquer lugar</a:t>
            </a:r>
          </a:p>
          <a:p>
            <a:endParaRPr lang="pt-BR" sz="24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1327935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66C03B-E915-4915-9C7D-C5DAA48F4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04117"/>
            <a:ext cx="8596668" cy="787685"/>
          </a:xfrm>
        </p:spPr>
        <p:txBody>
          <a:bodyPr>
            <a:normAutofit/>
          </a:bodyPr>
          <a:lstStyle/>
          <a:p>
            <a:r>
              <a:rPr lang="pt-BR" sz="3200" dirty="0"/>
              <a:t>Problemas antigos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7FD613-5EBF-4BCC-92F0-1BA5B8AA0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064679"/>
            <a:ext cx="8596668" cy="5485096"/>
          </a:xfrm>
        </p:spPr>
        <p:txBody>
          <a:bodyPr>
            <a:normAutofit lnSpcReduction="10000"/>
          </a:bodyPr>
          <a:lstStyle/>
          <a:p>
            <a:r>
              <a:rPr lang="pt-BR" sz="2400" dirty="0"/>
              <a:t>Ponteiros.</a:t>
            </a:r>
          </a:p>
          <a:p>
            <a:endParaRPr lang="pt-BR" sz="2400" dirty="0"/>
          </a:p>
          <a:p>
            <a:r>
              <a:rPr lang="pt-BR" sz="2400" dirty="0"/>
              <a:t>Gerenciamento de memória.</a:t>
            </a:r>
          </a:p>
          <a:p>
            <a:endParaRPr lang="pt-BR" sz="2400" dirty="0"/>
          </a:p>
          <a:p>
            <a:r>
              <a:rPr lang="pt-BR" sz="2400" dirty="0"/>
              <a:t>Organização confusa.</a:t>
            </a:r>
          </a:p>
          <a:p>
            <a:endParaRPr lang="pt-BR" sz="2400" dirty="0"/>
          </a:p>
          <a:p>
            <a:r>
              <a:rPr lang="pt-BR" sz="2400" dirty="0"/>
              <a:t>Falta de bibliotecas.</a:t>
            </a:r>
          </a:p>
          <a:p>
            <a:endParaRPr lang="pt-BR" sz="2400" dirty="0"/>
          </a:p>
          <a:p>
            <a:r>
              <a:rPr lang="pt-BR" sz="2400" dirty="0"/>
              <a:t>Reescrever parte do código para cada sistema operacional (Windows, Linux ou Mac).</a:t>
            </a:r>
          </a:p>
          <a:p>
            <a:endParaRPr lang="pt-BR" sz="2400" dirty="0"/>
          </a:p>
          <a:p>
            <a:r>
              <a:rPr lang="pt-BR" sz="2400" dirty="0"/>
              <a:t>Custo financeiro da tecnologia.</a:t>
            </a:r>
          </a:p>
        </p:txBody>
      </p:sp>
    </p:spTree>
    <p:extLst>
      <p:ext uri="{BB962C8B-B14F-4D97-AF65-F5344CB8AC3E}">
        <p14:creationId xmlns:p14="http://schemas.microsoft.com/office/powerpoint/2010/main" val="29361206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1E721C1C-25F9-4317-B872-2444BC5A8F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992C555F-2EA8-43FC-804A-C8A0197DE6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4CE2B455-492A-43D3-B378-54B66D5711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Rectangle 23">
              <a:extLst>
                <a:ext uri="{FF2B5EF4-FFF2-40B4-BE49-F238E27FC236}">
                  <a16:creationId xmlns:a16="http://schemas.microsoft.com/office/drawing/2014/main" id="{EF09B3D2-B58A-4ABA-B2A8-4680BF06C5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5" name="Rectangle 25">
              <a:extLst>
                <a:ext uri="{FF2B5EF4-FFF2-40B4-BE49-F238E27FC236}">
                  <a16:creationId xmlns:a16="http://schemas.microsoft.com/office/drawing/2014/main" id="{0FA9C903-985C-4D49-8C1A-6EB5017F80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6" name="Isosceles Triangle 75">
              <a:extLst>
                <a:ext uri="{FF2B5EF4-FFF2-40B4-BE49-F238E27FC236}">
                  <a16:creationId xmlns:a16="http://schemas.microsoft.com/office/drawing/2014/main" id="{2E12832F-B33A-49C7-8994-68EED85520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7" name="Rectangle 27">
              <a:extLst>
                <a:ext uri="{FF2B5EF4-FFF2-40B4-BE49-F238E27FC236}">
                  <a16:creationId xmlns:a16="http://schemas.microsoft.com/office/drawing/2014/main" id="{36F17E22-3CE0-4111-ADB4-5612B4B35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Rectangle 28">
              <a:extLst>
                <a:ext uri="{FF2B5EF4-FFF2-40B4-BE49-F238E27FC236}">
                  <a16:creationId xmlns:a16="http://schemas.microsoft.com/office/drawing/2014/main" id="{19E3FD99-5A4A-45A3-A6F7-37CE98B522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29">
              <a:extLst>
                <a:ext uri="{FF2B5EF4-FFF2-40B4-BE49-F238E27FC236}">
                  <a16:creationId xmlns:a16="http://schemas.microsoft.com/office/drawing/2014/main" id="{2F6B9C22-3B33-4E9D-ADFA-7EB9D3771D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0" name="Isosceles Triangle 79">
              <a:extLst>
                <a:ext uri="{FF2B5EF4-FFF2-40B4-BE49-F238E27FC236}">
                  <a16:creationId xmlns:a16="http://schemas.microsoft.com/office/drawing/2014/main" id="{88791F96-6634-47EA-9924-199C50ADB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1" name="Isosceles Triangle 80">
              <a:extLst>
                <a:ext uri="{FF2B5EF4-FFF2-40B4-BE49-F238E27FC236}">
                  <a16:creationId xmlns:a16="http://schemas.microsoft.com/office/drawing/2014/main" id="{9E246BDC-8C6E-4555-9F43-E9B2D16B2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 useBgFill="1">
        <p:nvSpPr>
          <p:cNvPr id="83" name="Rectangle 82">
            <a:extLst>
              <a:ext uri="{FF2B5EF4-FFF2-40B4-BE49-F238E27FC236}">
                <a16:creationId xmlns:a16="http://schemas.microsoft.com/office/drawing/2014/main" id="{377F545A-A4BF-4D23-B82E-2D33535D6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42" name="Picture 2" descr="Java Virtual Machine | Various Components of Java Virtual Machine">
            <a:extLst>
              <a:ext uri="{FF2B5EF4-FFF2-40B4-BE49-F238E27FC236}">
                <a16:creationId xmlns:a16="http://schemas.microsoft.com/office/drawing/2014/main" id="{15338A59-05DB-4E8B-854A-07461A12361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3" r="1" b="7911"/>
          <a:stretch/>
        </p:blipFill>
        <p:spPr bwMode="auto">
          <a:xfrm>
            <a:off x="643467" y="643467"/>
            <a:ext cx="10905066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85198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29E9E7-B6ED-49B4-B48D-7C01A2C7D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2768600"/>
            <a:ext cx="8596668" cy="1320800"/>
          </a:xfrm>
        </p:spPr>
        <p:txBody>
          <a:bodyPr>
            <a:normAutofit/>
          </a:bodyPr>
          <a:lstStyle/>
          <a:p>
            <a:r>
              <a:rPr lang="pt-BR" sz="4400" dirty="0"/>
              <a:t>“Write </a:t>
            </a:r>
            <a:r>
              <a:rPr lang="pt-BR" sz="4400" dirty="0" err="1"/>
              <a:t>Once</a:t>
            </a:r>
            <a:r>
              <a:rPr lang="pt-BR" sz="4400" dirty="0"/>
              <a:t>, </a:t>
            </a:r>
            <a:r>
              <a:rPr lang="pt-BR" sz="4400" dirty="0" err="1"/>
              <a:t>Run</a:t>
            </a:r>
            <a:r>
              <a:rPr lang="pt-BR" sz="4400" dirty="0"/>
              <a:t> </a:t>
            </a:r>
            <a:r>
              <a:rPr lang="pt-BR" sz="4400" dirty="0" err="1"/>
              <a:t>Anywhere</a:t>
            </a:r>
            <a:r>
              <a:rPr lang="pt-BR" sz="44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64067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5163CC-B827-416D-BEC1-C7EFF8A0A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</a:t>
            </a:r>
            <a:r>
              <a:rPr lang="pt-BR" dirty="0" err="1"/>
              <a:t>Bytecode</a:t>
            </a:r>
            <a:r>
              <a:rPr lang="pt-BR" dirty="0"/>
              <a:t>?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AC8418FF-F866-45E6-9FF5-E3282B935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72904"/>
            <a:ext cx="9648194" cy="5485096"/>
          </a:xfrm>
        </p:spPr>
        <p:txBody>
          <a:bodyPr>
            <a:normAutofit/>
          </a:bodyPr>
          <a:lstStyle/>
          <a:p>
            <a:r>
              <a:rPr lang="pt-BR" sz="2800" dirty="0"/>
              <a:t>Código intermediário</a:t>
            </a:r>
          </a:p>
          <a:p>
            <a:endParaRPr lang="pt-BR" sz="2800" dirty="0"/>
          </a:p>
          <a:p>
            <a:r>
              <a:rPr lang="pt-BR" sz="2800" dirty="0"/>
              <a:t>Compilador transforma código fonte (</a:t>
            </a:r>
            <a:r>
              <a:rPr lang="pt-BR" sz="2800" dirty="0" err="1"/>
              <a:t>java</a:t>
            </a:r>
            <a:r>
              <a:rPr lang="pt-BR" sz="2800" dirty="0"/>
              <a:t>) em código intermediário (</a:t>
            </a:r>
            <a:r>
              <a:rPr lang="pt-BR" sz="2800" dirty="0" err="1"/>
              <a:t>bytecode</a:t>
            </a:r>
            <a:r>
              <a:rPr lang="pt-BR" sz="2800" dirty="0"/>
              <a:t>)</a:t>
            </a:r>
          </a:p>
          <a:p>
            <a:endParaRPr lang="pt-BR" sz="2800" dirty="0"/>
          </a:p>
          <a:p>
            <a:r>
              <a:rPr lang="pt-BR" sz="2800" dirty="0"/>
              <a:t>.</a:t>
            </a:r>
            <a:r>
              <a:rPr lang="pt-BR" sz="2800" dirty="0" err="1"/>
              <a:t>class</a:t>
            </a:r>
            <a:r>
              <a:rPr lang="pt-BR" sz="2800" dirty="0"/>
              <a:t> </a:t>
            </a:r>
            <a:r>
              <a:rPr lang="pt-BR" sz="2800" dirty="0" err="1"/>
              <a:t>vs</a:t>
            </a:r>
            <a:r>
              <a:rPr lang="pt-BR" sz="2800" dirty="0"/>
              <a:t> .</a:t>
            </a:r>
            <a:r>
              <a:rPr lang="pt-BR" sz="2800" dirty="0" err="1"/>
              <a:t>java</a:t>
            </a:r>
            <a:endParaRPr lang="pt-BR" sz="2800" dirty="0"/>
          </a:p>
          <a:p>
            <a:endParaRPr lang="pt-BR" sz="2800" dirty="0"/>
          </a:p>
          <a:p>
            <a:r>
              <a:rPr lang="pt-BR" sz="2800" dirty="0" err="1"/>
              <a:t>Bytecode</a:t>
            </a:r>
            <a:r>
              <a:rPr lang="pt-BR" sz="2800" dirty="0"/>
              <a:t> é usado pela JVM</a:t>
            </a:r>
          </a:p>
          <a:p>
            <a:endParaRPr lang="pt-BR" sz="2800" dirty="0"/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2090988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08" name="Group 70">
            <a:extLst>
              <a:ext uri="{FF2B5EF4-FFF2-40B4-BE49-F238E27FC236}">
                <a16:creationId xmlns:a16="http://schemas.microsoft.com/office/drawing/2014/main" id="{A4D026A2-7476-44B0-9648-BB98882F7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48F8FC21-0A44-4045-95A1-B7935DBC60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209B962-CD29-4D46-A7B0-10F6C7CF1C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Rectangle 23">
              <a:extLst>
                <a:ext uri="{FF2B5EF4-FFF2-40B4-BE49-F238E27FC236}">
                  <a16:creationId xmlns:a16="http://schemas.microsoft.com/office/drawing/2014/main" id="{CC8D40CF-4D47-411D-A8B7-0E4B29E98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5" name="Rectangle 25">
              <a:extLst>
                <a:ext uri="{FF2B5EF4-FFF2-40B4-BE49-F238E27FC236}">
                  <a16:creationId xmlns:a16="http://schemas.microsoft.com/office/drawing/2014/main" id="{9B48A2AD-5257-4384-A7F5-A1EE4E6883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6" name="Isosceles Triangle 75">
              <a:extLst>
                <a:ext uri="{FF2B5EF4-FFF2-40B4-BE49-F238E27FC236}">
                  <a16:creationId xmlns:a16="http://schemas.microsoft.com/office/drawing/2014/main" id="{04C26DE3-844C-47DA-831E-E7D7BF617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7" name="Rectangle 27">
              <a:extLst>
                <a:ext uri="{FF2B5EF4-FFF2-40B4-BE49-F238E27FC236}">
                  <a16:creationId xmlns:a16="http://schemas.microsoft.com/office/drawing/2014/main" id="{922D975E-0684-4AA6-9FB7-929B250D53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Rectangle 28">
              <a:extLst>
                <a:ext uri="{FF2B5EF4-FFF2-40B4-BE49-F238E27FC236}">
                  <a16:creationId xmlns:a16="http://schemas.microsoft.com/office/drawing/2014/main" id="{38ED5A9A-F0C7-4547-BC1E-22FC89BD2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29">
              <a:extLst>
                <a:ext uri="{FF2B5EF4-FFF2-40B4-BE49-F238E27FC236}">
                  <a16:creationId xmlns:a16="http://schemas.microsoft.com/office/drawing/2014/main" id="{2D743765-A245-4349-A5CE-4AB5F078F9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0" name="Isosceles Triangle 79">
              <a:extLst>
                <a:ext uri="{FF2B5EF4-FFF2-40B4-BE49-F238E27FC236}">
                  <a16:creationId xmlns:a16="http://schemas.microsoft.com/office/drawing/2014/main" id="{0AF7217B-D042-44D2-9FC7-71FAB6651A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1" name="Isosceles Triangle 80">
              <a:extLst>
                <a:ext uri="{FF2B5EF4-FFF2-40B4-BE49-F238E27FC236}">
                  <a16:creationId xmlns:a16="http://schemas.microsoft.com/office/drawing/2014/main" id="{1CC9171B-8BEB-48B1-B9BE-E9584522D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2309" name="Rectangle 82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310" name="Group 84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9" name="Isosceles Triangle 88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0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1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2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3" name="Isosceles Triangle 92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4" name="Isosceles Triangle 93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2311" name="Rectangle 95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8301227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290" name="Picture 2" descr="enter image description here">
            <a:extLst>
              <a:ext uri="{FF2B5EF4-FFF2-40B4-BE49-F238E27FC236}">
                <a16:creationId xmlns:a16="http://schemas.microsoft.com/office/drawing/2014/main" id="{D10C0208-929D-4534-953E-5846E9B6C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36181" y="1131994"/>
            <a:ext cx="6583820" cy="4590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19803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DDA071-6A26-461D-8D69-6F1CC8643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O que é uma máquina virtual?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1A4B7B-A4BA-4DEE-8662-E8C919C58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Simulação</a:t>
            </a:r>
          </a:p>
          <a:p>
            <a:endParaRPr lang="pt-BR" sz="2800" dirty="0"/>
          </a:p>
          <a:p>
            <a:r>
              <a:rPr lang="pt-BR" sz="2800" dirty="0"/>
              <a:t>Gerencia processos, memória, arquivos e etc.</a:t>
            </a:r>
          </a:p>
          <a:p>
            <a:endParaRPr lang="pt-BR" sz="2800" dirty="0"/>
          </a:p>
          <a:p>
            <a:r>
              <a:rPr lang="pt-BR" sz="2800" dirty="0"/>
              <a:t>Não possui hardware físico</a:t>
            </a:r>
          </a:p>
        </p:txBody>
      </p:sp>
    </p:spTree>
    <p:extLst>
      <p:ext uri="{BB962C8B-B14F-4D97-AF65-F5344CB8AC3E}">
        <p14:creationId xmlns:p14="http://schemas.microsoft.com/office/powerpoint/2010/main" val="27665503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7ED843-5B36-45D8-8A30-2DEB4EA47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560" y="609600"/>
            <a:ext cx="9411888" cy="1320800"/>
          </a:xfrm>
        </p:spPr>
        <p:txBody>
          <a:bodyPr>
            <a:normAutofit/>
          </a:bodyPr>
          <a:lstStyle/>
          <a:p>
            <a:r>
              <a:rPr lang="pt-BR" sz="6000" dirty="0"/>
              <a:t>JVM: Java Virtual </a:t>
            </a:r>
            <a:r>
              <a:rPr lang="pt-BR" sz="6000" dirty="0" err="1"/>
              <a:t>Machine</a:t>
            </a:r>
            <a:endParaRPr lang="pt-BR" sz="60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BF1E6D-1BFA-4D8A-A23B-2313C5A32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322404"/>
          </a:xfrm>
        </p:spPr>
        <p:txBody>
          <a:bodyPr>
            <a:normAutofit/>
          </a:bodyPr>
          <a:lstStyle/>
          <a:p>
            <a:r>
              <a:rPr lang="pt-BR" sz="2400" dirty="0"/>
              <a:t>Não entende Java, mas sim </a:t>
            </a:r>
            <a:r>
              <a:rPr lang="pt-BR" sz="2400" dirty="0" err="1"/>
              <a:t>Bytecode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Transforma o </a:t>
            </a:r>
            <a:r>
              <a:rPr lang="pt-BR" sz="2400" dirty="0" err="1"/>
              <a:t>Bytecode</a:t>
            </a:r>
            <a:r>
              <a:rPr lang="pt-BR" sz="2400" dirty="0"/>
              <a:t> em código de máquina</a:t>
            </a:r>
          </a:p>
          <a:p>
            <a:endParaRPr lang="pt-BR" sz="2400" dirty="0"/>
          </a:p>
          <a:p>
            <a:r>
              <a:rPr lang="pt-BR" sz="2400" dirty="0"/>
              <a:t>Não é apenas um compilador</a:t>
            </a:r>
          </a:p>
          <a:p>
            <a:endParaRPr lang="pt-BR" sz="2400" dirty="0"/>
          </a:p>
          <a:p>
            <a:r>
              <a:rPr lang="pt-BR" sz="2400" dirty="0"/>
              <a:t>Responsável por traduzir o código para cada sistema operacional ou dispositivo</a:t>
            </a:r>
          </a:p>
          <a:p>
            <a:endParaRPr lang="pt-BR" sz="24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5558898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7664F850-BA8B-47AE-B11A-225CAB896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634FC909-7343-4DEC-920F-098F56B476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24F22DB2-7E27-4CF7-8B17-254ECB9AE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angle 23">
              <a:extLst>
                <a:ext uri="{FF2B5EF4-FFF2-40B4-BE49-F238E27FC236}">
                  <a16:creationId xmlns:a16="http://schemas.microsoft.com/office/drawing/2014/main" id="{C6E593B3-91A3-4687-8B8D-FE37A3714F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7" name="Rectangle 25">
              <a:extLst>
                <a:ext uri="{FF2B5EF4-FFF2-40B4-BE49-F238E27FC236}">
                  <a16:creationId xmlns:a16="http://schemas.microsoft.com/office/drawing/2014/main" id="{0C25B431-5C97-4B8D-B0A3-BFB8133C7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77">
              <a:extLst>
                <a:ext uri="{FF2B5EF4-FFF2-40B4-BE49-F238E27FC236}">
                  <a16:creationId xmlns:a16="http://schemas.microsoft.com/office/drawing/2014/main" id="{CA37B366-497E-4CB8-A678-A770CE2BD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27">
              <a:extLst>
                <a:ext uri="{FF2B5EF4-FFF2-40B4-BE49-F238E27FC236}">
                  <a16:creationId xmlns:a16="http://schemas.microsoft.com/office/drawing/2014/main" id="{CF707EDC-52B2-4D5C-8EC3-71C66EE8B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0" name="Rectangle 28">
              <a:extLst>
                <a:ext uri="{FF2B5EF4-FFF2-40B4-BE49-F238E27FC236}">
                  <a16:creationId xmlns:a16="http://schemas.microsoft.com/office/drawing/2014/main" id="{BF8E2DE7-7466-4EDF-8D69-BCA91A88D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1" name="Rectangle 29">
              <a:extLst>
                <a:ext uri="{FF2B5EF4-FFF2-40B4-BE49-F238E27FC236}">
                  <a16:creationId xmlns:a16="http://schemas.microsoft.com/office/drawing/2014/main" id="{229C2E15-76CD-409E-9D6B-10DAD8881E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2" name="Isosceles Triangle 81">
              <a:extLst>
                <a:ext uri="{FF2B5EF4-FFF2-40B4-BE49-F238E27FC236}">
                  <a16:creationId xmlns:a16="http://schemas.microsoft.com/office/drawing/2014/main" id="{89A24369-AC96-4A98-AD98-47A7217EC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3" name="Isosceles Triangle 82">
              <a:extLst>
                <a:ext uri="{FF2B5EF4-FFF2-40B4-BE49-F238E27FC236}">
                  <a16:creationId xmlns:a16="http://schemas.microsoft.com/office/drawing/2014/main" id="{7D0DF9A3-4628-42F6-B0A4-44D97617E0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85" name="Rectangle 84">
            <a:extLst>
              <a:ext uri="{FF2B5EF4-FFF2-40B4-BE49-F238E27FC236}">
                <a16:creationId xmlns:a16="http://schemas.microsoft.com/office/drawing/2014/main" id="{7459C506-5F4B-4B75-9218-C7C3F87FA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C659EEB-C3AE-4544-8263-417009DCD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D99DB6C6-36F9-4576-A558-95153EADBE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Rectangle 23">
              <a:extLst>
                <a:ext uri="{FF2B5EF4-FFF2-40B4-BE49-F238E27FC236}">
                  <a16:creationId xmlns:a16="http://schemas.microsoft.com/office/drawing/2014/main" id="{694E7916-EDE4-4B50-A4A1-6B28FDD4D9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0" name="Rectangle 25">
              <a:extLst>
                <a:ext uri="{FF2B5EF4-FFF2-40B4-BE49-F238E27FC236}">
                  <a16:creationId xmlns:a16="http://schemas.microsoft.com/office/drawing/2014/main" id="{6F6CB7BB-4370-4173-97F8-F636C0F14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1" name="Isosceles Triangle 90">
              <a:extLst>
                <a:ext uri="{FF2B5EF4-FFF2-40B4-BE49-F238E27FC236}">
                  <a16:creationId xmlns:a16="http://schemas.microsoft.com/office/drawing/2014/main" id="{B0F590BB-1F51-4138-A2D4-2E483C84F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2" name="Rectangle 27">
              <a:extLst>
                <a:ext uri="{FF2B5EF4-FFF2-40B4-BE49-F238E27FC236}">
                  <a16:creationId xmlns:a16="http://schemas.microsoft.com/office/drawing/2014/main" id="{4A492863-9797-45A2-BAB3-514F10C5F2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3" name="Rectangle 28">
              <a:extLst>
                <a:ext uri="{FF2B5EF4-FFF2-40B4-BE49-F238E27FC236}">
                  <a16:creationId xmlns:a16="http://schemas.microsoft.com/office/drawing/2014/main" id="{7C1E33F6-6D0F-4ECF-92F4-6F71D8BAF3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4" name="Rectangle 29">
              <a:extLst>
                <a:ext uri="{FF2B5EF4-FFF2-40B4-BE49-F238E27FC236}">
                  <a16:creationId xmlns:a16="http://schemas.microsoft.com/office/drawing/2014/main" id="{73EEEA64-7411-474B-BD0E-60C24B3F4E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5" name="Isosceles Triangle 94">
              <a:extLst>
                <a:ext uri="{FF2B5EF4-FFF2-40B4-BE49-F238E27FC236}">
                  <a16:creationId xmlns:a16="http://schemas.microsoft.com/office/drawing/2014/main" id="{4F82A6DD-92BB-4443-B5A5-05240DD55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6" name="Isosceles Triangle 95">
              <a:extLst>
                <a:ext uri="{FF2B5EF4-FFF2-40B4-BE49-F238E27FC236}">
                  <a16:creationId xmlns:a16="http://schemas.microsoft.com/office/drawing/2014/main" id="{79832BCB-1DCF-46AC-9FFA-170791668D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 useBgFill="1">
        <p:nvSpPr>
          <p:cNvPr id="98" name="Rectangle 97">
            <a:extLst>
              <a:ext uri="{FF2B5EF4-FFF2-40B4-BE49-F238E27FC236}">
                <a16:creationId xmlns:a16="http://schemas.microsoft.com/office/drawing/2014/main" id="{4E74DA95-CD7A-4D5E-9D27-67A759CE7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314" name="Picture 2" descr="Esquema de Funcionamento da JVM">
            <a:extLst>
              <a:ext uri="{FF2B5EF4-FFF2-40B4-BE49-F238E27FC236}">
                <a16:creationId xmlns:a16="http://schemas.microsoft.com/office/drawing/2014/main" id="{7E288C60-C36C-4242-B23C-3753B113D2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24262" y="1590669"/>
            <a:ext cx="4650004" cy="3685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14AA3B5C-0C55-4FFF-9C45-8F9F7C074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81305" y="1650669"/>
            <a:ext cx="0" cy="34319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16" name="Picture 4" descr=" {w=50%}">
            <a:extLst>
              <a:ext uri="{FF2B5EF4-FFF2-40B4-BE49-F238E27FC236}">
                <a16:creationId xmlns:a16="http://schemas.microsoft.com/office/drawing/2014/main" id="{9E6537A8-FCE6-4CA9-868C-DF94395B8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14367" y="2142857"/>
            <a:ext cx="4650004" cy="2580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65843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225505-4EEA-4EC0-974C-6C685BAA5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676" y="1488613"/>
            <a:ext cx="9339209" cy="3880773"/>
          </a:xfrm>
        </p:spPr>
        <p:txBody>
          <a:bodyPr>
            <a:normAutofit/>
          </a:bodyPr>
          <a:lstStyle/>
          <a:p>
            <a:r>
              <a:rPr lang="pt-BR" sz="3200" dirty="0"/>
              <a:t>Linguagem normal: código fonte &gt; compilador &gt; sistema operacional</a:t>
            </a:r>
          </a:p>
          <a:p>
            <a:endParaRPr lang="pt-BR" sz="3200" dirty="0"/>
          </a:p>
          <a:p>
            <a:r>
              <a:rPr lang="pt-BR" sz="3200" dirty="0"/>
              <a:t>Java: código fonte &gt; compilador &gt; JVM &gt; sistema operacional</a:t>
            </a:r>
          </a:p>
        </p:txBody>
      </p:sp>
    </p:spTree>
    <p:extLst>
      <p:ext uri="{BB962C8B-B14F-4D97-AF65-F5344CB8AC3E}">
        <p14:creationId xmlns:p14="http://schemas.microsoft.com/office/powerpoint/2010/main" val="36144150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79561-AB32-49A8-858C-294E696A0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Não é um simples compilador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240481-CFE8-467E-AF6D-2DF293BB3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319421" cy="3880773"/>
          </a:xfrm>
        </p:spPr>
        <p:txBody>
          <a:bodyPr>
            <a:normAutofit/>
          </a:bodyPr>
          <a:lstStyle/>
          <a:p>
            <a:r>
              <a:rPr lang="pt-BR" sz="2800" dirty="0"/>
              <a:t>Compila e interpreta ao mesmo tempo</a:t>
            </a:r>
          </a:p>
          <a:p>
            <a:endParaRPr lang="pt-BR" sz="2800" dirty="0"/>
          </a:p>
          <a:p>
            <a:r>
              <a:rPr lang="pt-BR" sz="2800" dirty="0"/>
              <a:t>Gerencia pilhas e threads</a:t>
            </a:r>
          </a:p>
          <a:p>
            <a:endParaRPr lang="pt-BR" sz="2800" dirty="0"/>
          </a:p>
          <a:p>
            <a:r>
              <a:rPr lang="pt-BR" sz="2800" dirty="0"/>
              <a:t>Limpa a memoria alocada sem uso automaticamente</a:t>
            </a:r>
          </a:p>
        </p:txBody>
      </p:sp>
    </p:spTree>
    <p:extLst>
      <p:ext uri="{BB962C8B-B14F-4D97-AF65-F5344CB8AC3E}">
        <p14:creationId xmlns:p14="http://schemas.microsoft.com/office/powerpoint/2010/main" val="35667136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9F781F-6077-4799-B4BA-A870D1125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JVM dos dispositivos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CFEBFC-3273-467B-882E-3479F91F0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887906" cy="4943009"/>
          </a:xfrm>
        </p:spPr>
        <p:txBody>
          <a:bodyPr>
            <a:normAutofit/>
          </a:bodyPr>
          <a:lstStyle/>
          <a:p>
            <a:r>
              <a:rPr lang="pt-BR" sz="2400" dirty="0"/>
              <a:t>A JVM do dispositivo é responsável por entender e interpretar o </a:t>
            </a:r>
            <a:r>
              <a:rPr lang="pt-BR" sz="2400" dirty="0" err="1"/>
              <a:t>bytecode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Não é mais um trabalho do programador ter que escrever um código para cada dispositivo ou sistema operacional</a:t>
            </a:r>
          </a:p>
          <a:p>
            <a:endParaRPr lang="pt-BR" sz="2400" dirty="0"/>
          </a:p>
          <a:p>
            <a:r>
              <a:rPr lang="pt-BR" sz="2400" dirty="0"/>
              <a:t>O dispositivo com Java tem uma JVM feita em seu código nativo para interpretar o </a:t>
            </a:r>
            <a:r>
              <a:rPr lang="pt-BR" sz="2400" dirty="0" err="1"/>
              <a:t>Bytecode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2703583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CC4A76-F6E9-41B0-BCEC-34ED2DEF5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174" y="2880190"/>
            <a:ext cx="10305739" cy="1320800"/>
          </a:xfrm>
        </p:spPr>
        <p:txBody>
          <a:bodyPr>
            <a:normAutofit/>
          </a:bodyPr>
          <a:lstStyle/>
          <a:p>
            <a:r>
              <a:rPr lang="pt-BR" sz="4000" dirty="0"/>
              <a:t>Porque não programar direto em </a:t>
            </a:r>
            <a:r>
              <a:rPr lang="pt-BR" sz="4000" dirty="0" err="1"/>
              <a:t>Bytecode</a:t>
            </a:r>
            <a:r>
              <a:rPr lang="pt-BR" sz="4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289256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40" name="Group 70">
            <a:extLst>
              <a:ext uri="{FF2B5EF4-FFF2-40B4-BE49-F238E27FC236}">
                <a16:creationId xmlns:a16="http://schemas.microsoft.com/office/drawing/2014/main" id="{609316A9-990D-4EC3-A671-70EE5C149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9B0C6109-9159-49CA-AD7A-F9035539D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86F14F5-308C-4EB6-87AB-05DE9501B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Rectangle 23">
              <a:extLst>
                <a:ext uri="{FF2B5EF4-FFF2-40B4-BE49-F238E27FC236}">
                  <a16:creationId xmlns:a16="http://schemas.microsoft.com/office/drawing/2014/main" id="{BA032363-A188-47C5-9D59-9B788809D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5" name="Rectangle 25">
              <a:extLst>
                <a:ext uri="{FF2B5EF4-FFF2-40B4-BE49-F238E27FC236}">
                  <a16:creationId xmlns:a16="http://schemas.microsoft.com/office/drawing/2014/main" id="{2C4077DF-6BB9-4069-AD28-6B1664EBB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6" name="Isosceles Triangle 75">
              <a:extLst>
                <a:ext uri="{FF2B5EF4-FFF2-40B4-BE49-F238E27FC236}">
                  <a16:creationId xmlns:a16="http://schemas.microsoft.com/office/drawing/2014/main" id="{1D2B8B50-3419-41ED-9A9F-3CF9EEB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7" name="Rectangle 27">
              <a:extLst>
                <a:ext uri="{FF2B5EF4-FFF2-40B4-BE49-F238E27FC236}">
                  <a16:creationId xmlns:a16="http://schemas.microsoft.com/office/drawing/2014/main" id="{5C640498-2E73-4FA2-BEB6-C3596A458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Rectangle 28">
              <a:extLst>
                <a:ext uri="{FF2B5EF4-FFF2-40B4-BE49-F238E27FC236}">
                  <a16:creationId xmlns:a16="http://schemas.microsoft.com/office/drawing/2014/main" id="{3240EEFC-4112-4C39-A816-C815774F6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29">
              <a:extLst>
                <a:ext uri="{FF2B5EF4-FFF2-40B4-BE49-F238E27FC236}">
                  <a16:creationId xmlns:a16="http://schemas.microsoft.com/office/drawing/2014/main" id="{ADF362B0-03EA-4800-9FAA-9F128587E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0" name="Isosceles Triangle 79">
              <a:extLst>
                <a:ext uri="{FF2B5EF4-FFF2-40B4-BE49-F238E27FC236}">
                  <a16:creationId xmlns:a16="http://schemas.microsoft.com/office/drawing/2014/main" id="{0BA84559-2F4C-4795-9246-4C563F942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1" name="Isosceles Triangle 80">
              <a:extLst>
                <a:ext uri="{FF2B5EF4-FFF2-40B4-BE49-F238E27FC236}">
                  <a16:creationId xmlns:a16="http://schemas.microsoft.com/office/drawing/2014/main" id="{FA77A1AA-CA47-4A91-A0A1-0A8CE31A9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4341" name="Rectangle 82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342" name="Group 84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9" name="Isosceles Triangle 88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0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1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2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3" name="Isosceles Triangle 92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4" name="Isosceles Triangle 93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4343" name="Rectangle 95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338" name="Picture 2" descr="Common Language Runtime – Wikipédia, a enciclopédia livre">
            <a:extLst>
              <a:ext uri="{FF2B5EF4-FFF2-40B4-BE49-F238E27FC236}">
                <a16:creationId xmlns:a16="http://schemas.microsoft.com/office/drawing/2014/main" id="{2F08B7E4-6752-493C-8BF8-24A2829703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06859" y="1131994"/>
            <a:ext cx="8580159" cy="4590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52607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B25FBF-DFFF-4FE8-9FF8-63C670BE0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JVM </a:t>
            </a:r>
            <a:r>
              <a:rPr lang="pt-BR" dirty="0" err="1"/>
              <a:t>vs</a:t>
            </a:r>
            <a:r>
              <a:rPr lang="pt-BR" dirty="0"/>
              <a:t> JRE </a:t>
            </a:r>
            <a:r>
              <a:rPr lang="pt-BR" dirty="0" err="1"/>
              <a:t>vs</a:t>
            </a:r>
            <a:r>
              <a:rPr lang="pt-BR" dirty="0"/>
              <a:t> JDK</a:t>
            </a:r>
          </a:p>
        </p:txBody>
      </p:sp>
      <p:pic>
        <p:nvPicPr>
          <p:cNvPr id="15362" name="Picture 2" descr="JDK, JRE e JVM">
            <a:extLst>
              <a:ext uri="{FF2B5EF4-FFF2-40B4-BE49-F238E27FC236}">
                <a16:creationId xmlns:a16="http://schemas.microsoft.com/office/drawing/2014/main" id="{6D4E6735-C49F-49CA-A48B-D011CC8B0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328" y="1270000"/>
            <a:ext cx="6446680" cy="4837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83158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6416EB-FDF0-4DC2-A338-6547B8919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400"/>
              <a:t>Muito obrigado!</a:t>
            </a:r>
            <a:endParaRPr lang="pt-BR" sz="4400" dirty="0"/>
          </a:p>
        </p:txBody>
      </p:sp>
      <p:pic>
        <p:nvPicPr>
          <p:cNvPr id="16386" name="Picture 2" descr="Hackerman | Know Your Meme">
            <a:extLst>
              <a:ext uri="{FF2B5EF4-FFF2-40B4-BE49-F238E27FC236}">
                <a16:creationId xmlns:a16="http://schemas.microsoft.com/office/drawing/2014/main" id="{006B5F96-18FF-4646-9D03-C7B3AE5EE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421" y="2213555"/>
            <a:ext cx="6343402" cy="3570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 descr="Laugh - Anonymous después de hackear el sistema del vaticano y ver el pack  del papa: | Facebook">
            <a:extLst>
              <a:ext uri="{FF2B5EF4-FFF2-40B4-BE49-F238E27FC236}">
                <a16:creationId xmlns:a16="http://schemas.microsoft.com/office/drawing/2014/main" id="{F9F53CA6-E045-44AC-BC26-7E3FBFE23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3128" y="2533307"/>
            <a:ext cx="3595073" cy="2930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32069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484</TotalTime>
  <Words>410</Words>
  <Application>Microsoft Office PowerPoint</Application>
  <PresentationFormat>Widescreen</PresentationFormat>
  <Paragraphs>105</Paragraphs>
  <Slides>38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43" baseType="lpstr">
      <vt:lpstr>Arial</vt:lpstr>
      <vt:lpstr>Calibri</vt:lpstr>
      <vt:lpstr>Trebuchet MS</vt:lpstr>
      <vt:lpstr>Wingdings 3</vt:lpstr>
      <vt:lpstr>Facetado</vt:lpstr>
      <vt:lpstr>Java</vt:lpstr>
      <vt:lpstr>Etapas</vt:lpstr>
      <vt:lpstr>Começando a ter um domínio no assunto</vt:lpstr>
      <vt:lpstr>O que vamos ver?</vt:lpstr>
      <vt:lpstr>O que é programação?</vt:lpstr>
      <vt:lpstr>Binário vs Idioma</vt:lpstr>
      <vt:lpstr>Linguagem de programação</vt:lpstr>
      <vt:lpstr>Instalando o Java</vt:lpstr>
      <vt:lpstr>Editor de Texto vs IDE</vt:lpstr>
      <vt:lpstr>Compilador</vt:lpstr>
      <vt:lpstr>Apresentação do PowerPoint</vt:lpstr>
      <vt:lpstr>Hello World em Assembly</vt:lpstr>
      <vt:lpstr>Apresentação do PowerPoint</vt:lpstr>
      <vt:lpstr>Hello World em Java</vt:lpstr>
      <vt:lpstr>Diferenças entre linguagens</vt:lpstr>
      <vt:lpstr>Apresentação do PowerPoint</vt:lpstr>
      <vt:lpstr>Algoritmo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Java: características</vt:lpstr>
      <vt:lpstr>Problemas antigos</vt:lpstr>
      <vt:lpstr>Apresentação do PowerPoint</vt:lpstr>
      <vt:lpstr>“Write Once, Run Anywhere”</vt:lpstr>
      <vt:lpstr>O que é Bytecode?</vt:lpstr>
      <vt:lpstr>Apresentação do PowerPoint</vt:lpstr>
      <vt:lpstr>O que é uma máquina virtual?</vt:lpstr>
      <vt:lpstr>JVM: Java Virtual Machine</vt:lpstr>
      <vt:lpstr>Apresentação do PowerPoint</vt:lpstr>
      <vt:lpstr>Apresentação do PowerPoint</vt:lpstr>
      <vt:lpstr>Não é um simples compilador</vt:lpstr>
      <vt:lpstr>JVM dos dispositivos</vt:lpstr>
      <vt:lpstr>Porque não programar direto em Bytecode?</vt:lpstr>
      <vt:lpstr>Apresentação do PowerPoint</vt:lpstr>
      <vt:lpstr>JVM vs JRE vs JDK</vt:lpstr>
      <vt:lpstr>Muito 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</dc:title>
  <dc:creator>Sidnei Gomes de Almeida Junior</dc:creator>
  <cp:lastModifiedBy>Sidnei Gomes de Almeida Junior</cp:lastModifiedBy>
  <cp:revision>1</cp:revision>
  <dcterms:created xsi:type="dcterms:W3CDTF">2021-09-25T02:07:13Z</dcterms:created>
  <dcterms:modified xsi:type="dcterms:W3CDTF">2021-10-02T16:26:08Z</dcterms:modified>
</cp:coreProperties>
</file>